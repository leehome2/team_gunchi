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9" r:id="rId4"/>
    <p:sldId id="260" r:id="rId5"/>
    <p:sldId id="277" r:id="rId6"/>
    <p:sldId id="278" r:id="rId7"/>
    <p:sldId id="445" r:id="rId8"/>
    <p:sldId id="446" r:id="rId9"/>
    <p:sldId id="447" r:id="rId10"/>
    <p:sldId id="279" r:id="rId11"/>
    <p:sldId id="27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8F313-7FBF-4552-B1A4-55F3A6CCEF39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02A70-92F0-458E-B2C1-014A16CE5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23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24AD5-5F46-974D-B160-7D4E2C6E1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C0741C-C976-FD02-7E31-0F6F91DC1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38036-5778-799B-3CB8-187F20E6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87CFF-264B-0305-96E3-3AA7024D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9B760-BDC7-D16C-2024-3F0D333D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8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43321-BCA0-C604-9116-6034A469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A7943-2B4E-5829-7B13-D63A4FB0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58456-0F14-E699-B138-3FE14253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C4AFB-EE09-29DC-86E1-AA1F4725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931A3-B7FC-B655-8D29-88BCE751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12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2EF89-A916-72E2-CF51-EA17FFE0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84DEE-3E42-B8DE-B499-E2E35F1ED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30AD0-0184-622F-A014-DFF52806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B48A7-DFCB-6CB6-178A-60C2A582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72581E-AA1E-A50D-2DF7-9DF2674D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9BCD3-A0DB-4DC9-3EAC-83761D06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64AB1F-E5A0-8F2C-5062-3F3B8F0DA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2EC7C8-7ED2-F884-E662-D81069E6D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7748C1-DC6E-4661-30C0-156CA8C0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F2047E-4F7D-DF0F-2FDF-F57C9422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81B4E-F561-8376-B282-2A9B4B1B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50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28F0C-5198-2F1C-0AC6-53BADCBA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7AF7CF-8660-CEB5-EEE0-631D57EAD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44849F-4C79-96ED-C3C3-93257C6ED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91C435-0C62-5E89-CF1E-E6AD51DDF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93AD69-ACD4-9405-DC9F-3619EC52F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DE3D0-B950-BBB8-4364-AF1CF755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20C6D0-0B1E-B32A-FA89-55CACF96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E69DD1-AFD1-D693-96CE-3364FE83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3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F4D4C-EF36-2B95-510E-E4DB0362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81D01B-7D3A-781B-D62B-473B066B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B40B18-9110-A2F9-C33C-2C002C84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09FC7D-3A21-CC90-268A-E0D0B5B4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24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9A92B-109E-A925-A4FE-29C0E38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2E54D8-967B-00BC-5C29-1D3C23E4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79348-49F2-ED5B-300A-414DBDCF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0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773C4-1657-992D-5D11-3C35CFA4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C9686-D41E-5DC5-61FF-38B8425D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48471C-F62E-DF97-0D23-E607CD39D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020CEB-474D-589E-32E2-6160A3F5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91021F-7BA0-735E-40F6-BEEB7802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CA3664-D12C-83A3-7AED-AEBF6364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77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3FAFF-0608-0548-9E2A-49676B23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54278A-CD71-3BB4-BFBD-51F2F8F0C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71AA17-0F61-1522-F34F-61330029C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C57BE2-6051-A371-4584-EF947EA6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085202-4CDD-DBB3-DD4E-8A2C4402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2BF07A-D4F0-75B7-4274-C0F84DAB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89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435F8-BE07-08A8-6CE9-9955852EB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A78E11-3F8B-7B2A-F073-9C686BF06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B2D30-421F-8F7D-B607-16C5C2C8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6E012-7BE6-6CB4-279F-84445038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F3945-5357-AEE0-D180-5A20643C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69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C7D1CD-CE41-8FCC-402F-E75B9D5A2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11CAE8-AF30-DA32-F96A-723EB6871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E376F-991D-FDAB-70D0-939B2837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97E243-C921-1B21-A300-B675BAA6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64B5A-9A2B-B643-654F-6923AC41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546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FC0DC-EB31-316D-70D4-28F0E17D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A6899B-4C6B-2FDC-667C-A2464399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0D725-D9A5-47CA-AD12-6B55DD3564D1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888DD-F439-408A-1245-E9ACD7BB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F460F2-0B1A-4819-9F10-847A146B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EF0D-26AA-4BFC-871D-1E4CF716115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12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B4E601-9BF0-F82A-BD71-E1FE7BDF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5234E-777E-EC9E-C99A-89088F60D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7DDAD8-7581-EE2F-2200-988071188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0D725-D9A5-47CA-AD12-6B55DD3564D1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411B5-2EC3-750F-2662-FDFEE05A2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23EAF-8856-12E4-40EF-96A6A18AC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EF0D-26AA-4BFC-871D-1E4CF716115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68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t26206@ceprj2.gachon.ac.k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cjh6886@gachon.ac.k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30205-B210-E7AC-F66C-88710ADE9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학교서버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08227D-B141-2078-1EC1-3C74ACDA0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(2</a:t>
            </a:r>
            <a:r>
              <a:rPr lang="ko-KR" altLang="en-US" dirty="0" err="1"/>
              <a:t>차가공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622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7BEA3-9BFB-26A9-1491-F1AA27DF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로그</a:t>
            </a:r>
            <a:r>
              <a:rPr lang="en-US" altLang="ko-KR" dirty="0"/>
              <a:t>-text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5D740-C21E-DF99-E1A4-2E95CBA81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PS</a:t>
            </a:r>
          </a:p>
        </p:txBody>
      </p:sp>
    </p:spTree>
    <p:extLst>
      <p:ext uri="{BB962C8B-B14F-4D97-AF65-F5344CB8AC3E}">
        <p14:creationId xmlns:p14="http://schemas.microsoft.com/office/powerpoint/2010/main" val="257821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5027-D91A-0626-F66F-021687FC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A2085-3677-92B7-D42C-07432DAC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로그</a:t>
            </a:r>
            <a:r>
              <a:rPr lang="en-US" altLang="ko-KR" dirty="0"/>
              <a:t>-painting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078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E5C53-774C-455D-983E-31084708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접속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542FFA-D39B-C48B-E441-E3D825F69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$  [ ssh </a:t>
            </a:r>
            <a:r>
              <a:rPr lang="en-US" altLang="ko-KR" dirty="0">
                <a:hlinkClick r:id="rId2"/>
              </a:rPr>
              <a:t>t26206@ceprj2.gachon.ac.kr</a:t>
            </a:r>
            <a:r>
              <a:rPr lang="en-US" altLang="ko-KR" dirty="0"/>
              <a:t> ]</a:t>
            </a:r>
          </a:p>
          <a:p>
            <a:pPr marL="0" indent="0">
              <a:buNone/>
            </a:pPr>
            <a:r>
              <a:rPr lang="ko-KR" altLang="en-US" dirty="0"/>
              <a:t>비밀번호 </a:t>
            </a:r>
            <a:r>
              <a:rPr lang="en-US" altLang="ko-KR" dirty="0"/>
              <a:t>[ </a:t>
            </a:r>
            <a:r>
              <a:rPr lang="en-US" altLang="ko-KR" dirty="0" err="1"/>
              <a:t>Thisisgunch</a:t>
            </a:r>
            <a:r>
              <a:rPr lang="en-US" altLang="ko-KR" dirty="0"/>
              <a:t>@@@ ]</a:t>
            </a:r>
          </a:p>
          <a:p>
            <a:pPr marL="0" indent="0">
              <a:buNone/>
            </a:pPr>
            <a:r>
              <a:rPr lang="ko-KR" altLang="en-US" dirty="0"/>
              <a:t>계정</a:t>
            </a:r>
            <a:r>
              <a:rPr lang="en-US" altLang="ko-KR" dirty="0"/>
              <a:t>ID  [ t26206 ] </a:t>
            </a:r>
            <a:r>
              <a:rPr lang="ko-KR" altLang="en-US" dirty="0"/>
              <a:t> 포트 </a:t>
            </a:r>
            <a:r>
              <a:rPr lang="en-US" altLang="ko-KR" dirty="0"/>
              <a:t>[ 65006 ]</a:t>
            </a:r>
          </a:p>
          <a:p>
            <a:pPr marL="0" indent="0">
              <a:buNone/>
            </a:pPr>
            <a:r>
              <a:rPr lang="ko-KR" altLang="en-US" dirty="0"/>
              <a:t>포트 확인 </a:t>
            </a:r>
            <a:r>
              <a:rPr lang="en-US" altLang="ko-KR" dirty="0"/>
              <a:t>[ ss -</a:t>
            </a:r>
            <a:r>
              <a:rPr lang="en-US" altLang="ko-KR" dirty="0" err="1"/>
              <a:t>tulnp</a:t>
            </a:r>
            <a:r>
              <a:rPr lang="en-US" altLang="ko-KR" dirty="0"/>
              <a:t> | grep 65006 ]</a:t>
            </a:r>
          </a:p>
          <a:p>
            <a:pPr marL="0" indent="0">
              <a:buNone/>
            </a:pPr>
            <a:r>
              <a:rPr lang="ko-KR" altLang="en-US" dirty="0"/>
              <a:t>접속 </a:t>
            </a:r>
            <a:r>
              <a:rPr lang="en-US" altLang="ko-KR" dirty="0"/>
              <a:t>[ http://ceprj2.gachon.ac.kr:65006 ]</a:t>
            </a:r>
          </a:p>
          <a:p>
            <a:pPr marL="0" indent="0">
              <a:buNone/>
            </a:pPr>
            <a:r>
              <a:rPr lang="ko-KR" altLang="en-US" dirty="0"/>
              <a:t>접속 후 </a:t>
            </a:r>
            <a:r>
              <a:rPr lang="en-US" altLang="ko-KR" dirty="0"/>
              <a:t>[ </a:t>
            </a:r>
            <a:r>
              <a:rPr lang="en-US" altLang="ko-KR" dirty="0" err="1"/>
              <a:t>nvidia-smi</a:t>
            </a:r>
            <a:r>
              <a:rPr lang="en-US" altLang="ko-KR" dirty="0"/>
              <a:t> ]</a:t>
            </a:r>
          </a:p>
          <a:p>
            <a:pPr marL="0" indent="0">
              <a:buNone/>
            </a:pPr>
            <a:r>
              <a:rPr lang="en-US" altLang="ko-KR" dirty="0" err="1"/>
              <a:t>nvtop</a:t>
            </a:r>
            <a:r>
              <a:rPr lang="en-US" altLang="ko-KR" dirty="0"/>
              <a:t>, </a:t>
            </a:r>
            <a:r>
              <a:rPr lang="en-US" altLang="ko-KR" dirty="0" err="1"/>
              <a:t>htop</a:t>
            </a:r>
            <a:r>
              <a:rPr lang="en-US" altLang="ko-KR" dirty="0"/>
              <a:t> &gt;&gt; q</a:t>
            </a:r>
            <a:r>
              <a:rPr lang="ko-KR" altLang="en-US" dirty="0"/>
              <a:t>종료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실행 </a:t>
            </a:r>
            <a:r>
              <a:rPr lang="en-US" altLang="ko-KR" dirty="0"/>
              <a:t>python aiProject.py</a:t>
            </a:r>
          </a:p>
        </p:txBody>
      </p:sp>
    </p:spTree>
    <p:extLst>
      <p:ext uri="{BB962C8B-B14F-4D97-AF65-F5344CB8AC3E}">
        <p14:creationId xmlns:p14="http://schemas.microsoft.com/office/powerpoint/2010/main" val="128193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92791-CABE-5FD1-95D2-71F6CACE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A485B-D7AA-89F4-7A83-1D4C255A3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2BA38-4BD0-3D96-79A1-53636861B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각 서버당 </a:t>
            </a:r>
            <a:r>
              <a:rPr lang="en-US" altLang="ko-KR" dirty="0"/>
              <a:t>GPU 2</a:t>
            </a:r>
            <a:r>
              <a:rPr lang="ko-KR" altLang="en-US" dirty="0"/>
              <a:t>개</a:t>
            </a:r>
            <a:r>
              <a:rPr lang="en-US" altLang="ko-KR" dirty="0"/>
              <a:t>(0</a:t>
            </a:r>
            <a:r>
              <a:rPr lang="ko-KR" altLang="en-US" dirty="0"/>
              <a:t>번</a:t>
            </a:r>
            <a:r>
              <a:rPr lang="en-US" altLang="ko-KR" dirty="0"/>
              <a:t>, 1</a:t>
            </a:r>
            <a:r>
              <a:rPr lang="ko-KR" altLang="en-US" dirty="0"/>
              <a:t>번</a:t>
            </a:r>
            <a:r>
              <a:rPr lang="en-US" altLang="ko-KR" dirty="0"/>
              <a:t>) → </a:t>
            </a:r>
            <a:r>
              <a:rPr lang="ko-KR" altLang="en-US" dirty="0"/>
              <a:t>동시에 </a:t>
            </a:r>
            <a:r>
              <a:rPr lang="en-US" altLang="ko-KR" dirty="0"/>
              <a:t>2</a:t>
            </a:r>
            <a:r>
              <a:rPr lang="ko-KR" altLang="en-US" dirty="0"/>
              <a:t>팀이 사용 가능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사용 전 다른 팀 사용 여부 확인 </a:t>
            </a:r>
            <a:r>
              <a:rPr lang="en-US" altLang="ko-KR" dirty="0"/>
              <a:t>(</a:t>
            </a:r>
            <a:r>
              <a:rPr lang="en-US" altLang="ko-KR" dirty="0" err="1"/>
              <a:t>nvidia-smi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장시간 학습 필요시 사전 협의</a:t>
            </a:r>
            <a:r>
              <a:rPr lang="en-US" altLang="ko-KR" dirty="0"/>
              <a:t>(</a:t>
            </a:r>
            <a:r>
              <a:rPr lang="ko-KR" altLang="en-US" dirty="0"/>
              <a:t>조교에게 연락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학습 종료 후 반드시 프로세스 종료 </a:t>
            </a:r>
            <a:r>
              <a:rPr lang="en-US" altLang="ko-KR" dirty="0"/>
              <a:t>( </a:t>
            </a:r>
            <a:r>
              <a:rPr lang="ko-KR" altLang="en-US" dirty="0"/>
              <a:t>명령어 </a:t>
            </a:r>
            <a:r>
              <a:rPr lang="en-US" altLang="ko-KR" dirty="0"/>
              <a:t>: $ kill -9 PID )</a:t>
            </a:r>
          </a:p>
          <a:p>
            <a:pPr marL="0" indent="0">
              <a:buNone/>
            </a:pPr>
            <a:r>
              <a:rPr lang="en-US" altLang="ko-KR" dirty="0"/>
              <a:t>GPU </a:t>
            </a:r>
            <a:r>
              <a:rPr lang="ko-KR" altLang="en-US" dirty="0"/>
              <a:t>할당 방법</a:t>
            </a:r>
          </a:p>
          <a:p>
            <a:pPr marL="0" indent="0">
              <a:buNone/>
            </a:pPr>
            <a:r>
              <a:rPr lang="en-US" altLang="ko-KR" dirty="0"/>
              <a:t>$ export CUDA_VISIBLE_DEVICES=0 (0 </a:t>
            </a:r>
            <a:r>
              <a:rPr lang="ko-KR" altLang="en-US" dirty="0"/>
              <a:t>번 </a:t>
            </a:r>
            <a:r>
              <a:rPr lang="en-US" altLang="ko-KR" dirty="0"/>
              <a:t>GPU </a:t>
            </a:r>
            <a:r>
              <a:rPr lang="ko-KR" altLang="en-US" dirty="0"/>
              <a:t>사용하겠다는 뜻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$ echo $CUDA_VISIBLE_DEVICES </a:t>
            </a:r>
          </a:p>
          <a:p>
            <a:pPr marL="0" indent="0">
              <a:buNone/>
            </a:pPr>
            <a:r>
              <a:rPr lang="en-US" altLang="ko-KR" dirty="0"/>
              <a:t>$ 0 –&gt; </a:t>
            </a:r>
            <a:r>
              <a:rPr lang="ko-KR" altLang="en-US" dirty="0"/>
              <a:t>출력되면 할당완료</a:t>
            </a:r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업로드한 </a:t>
            </a:r>
            <a:r>
              <a:rPr lang="en-US" altLang="ko-KR" dirty="0"/>
              <a:t>python.py </a:t>
            </a:r>
            <a:r>
              <a:rPr lang="ko-KR" altLang="en-US" dirty="0"/>
              <a:t>실행하여 </a:t>
            </a:r>
            <a:r>
              <a:rPr lang="en-US" altLang="ko-KR" dirty="0"/>
              <a:t>Ai </a:t>
            </a:r>
            <a:r>
              <a:rPr lang="ko-KR" altLang="en-US" dirty="0"/>
              <a:t>학습진행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072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B899E-4967-462D-6CB4-409360CF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@GPU </a:t>
            </a:r>
            <a:r>
              <a:rPr lang="ko-KR" altLang="en-US" dirty="0"/>
              <a:t>할당</a:t>
            </a:r>
            <a:r>
              <a:rPr lang="en-US" altLang="ko-KR" dirty="0"/>
              <a:t>(</a:t>
            </a:r>
            <a:r>
              <a:rPr lang="ko-KR" altLang="en-US" dirty="0" err="1"/>
              <a:t>우리팀은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번입니다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0EB853-0283-D4FC-A9CD-D42109ABA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* 가급적 지정된 번호의 </a:t>
            </a:r>
            <a:r>
              <a:rPr lang="en-US" altLang="ko-KR" dirty="0"/>
              <a:t>GPU</a:t>
            </a:r>
            <a:r>
              <a:rPr lang="ko-KR" altLang="en-US" dirty="0"/>
              <a:t>만 사용해주시기 바랍니다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필요 시</a:t>
            </a:r>
            <a:r>
              <a:rPr lang="en-US" altLang="ko-KR" dirty="0"/>
              <a:t>, GPU</a:t>
            </a:r>
            <a:r>
              <a:rPr lang="ko-KR" altLang="en-US" dirty="0"/>
              <a:t>를 다른 팀에서 </a:t>
            </a:r>
            <a:r>
              <a:rPr lang="ko-KR" altLang="en-US" dirty="0" err="1"/>
              <a:t>미사용중에는</a:t>
            </a:r>
            <a:r>
              <a:rPr lang="ko-KR" altLang="en-US" dirty="0"/>
              <a:t> 문의를 통하여 사용 가능합니다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현재 </a:t>
            </a:r>
            <a:r>
              <a:rPr lang="en-US" altLang="ko-KR" dirty="0"/>
              <a:t>0</a:t>
            </a:r>
            <a:r>
              <a:rPr lang="ko-KR" altLang="en-US" dirty="0"/>
              <a:t>번 </a:t>
            </a:r>
            <a:r>
              <a:rPr lang="en-US" altLang="ko-KR" dirty="0"/>
              <a:t>GPU </a:t>
            </a:r>
            <a:r>
              <a:rPr lang="ko-KR" altLang="en-US" dirty="0" err="1"/>
              <a:t>할당중인데</a:t>
            </a:r>
            <a:endParaRPr lang="ko-KR" altLang="en-US" dirty="0"/>
          </a:p>
          <a:p>
            <a:r>
              <a:rPr lang="en-US" altLang="ko-KR" dirty="0"/>
              <a:t>$ </a:t>
            </a:r>
            <a:r>
              <a:rPr lang="en-US" altLang="ko-KR" dirty="0" err="1"/>
              <a:t>nvidia-smi</a:t>
            </a:r>
            <a:r>
              <a:rPr lang="en-US" altLang="ko-KR" dirty="0"/>
              <a:t> </a:t>
            </a:r>
            <a:r>
              <a:rPr lang="ko-KR" altLang="en-US" dirty="0"/>
              <a:t>확인해보니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0</a:t>
            </a:r>
            <a:r>
              <a:rPr lang="ko-KR" altLang="en-US" dirty="0"/>
              <a:t>번을 </a:t>
            </a:r>
            <a:r>
              <a:rPr lang="ko-KR" altLang="en-US" dirty="0" err="1"/>
              <a:t>다른팀이</a:t>
            </a:r>
            <a:r>
              <a:rPr lang="ko-KR" altLang="en-US" dirty="0"/>
              <a:t> </a:t>
            </a:r>
            <a:r>
              <a:rPr lang="ko-KR" altLang="en-US" dirty="0" err="1"/>
              <a:t>사용중이지만</a:t>
            </a:r>
            <a:r>
              <a:rPr lang="ko-KR" altLang="en-US" dirty="0"/>
              <a:t> 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번은 </a:t>
            </a:r>
            <a:r>
              <a:rPr lang="ko-KR" altLang="en-US" dirty="0" err="1"/>
              <a:t>사용중이</a:t>
            </a:r>
            <a:r>
              <a:rPr lang="ko-KR" altLang="en-US" dirty="0"/>
              <a:t> 아닌 상태 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사용 가능 문의 </a:t>
            </a:r>
            <a:r>
              <a:rPr lang="en-US" altLang="ko-KR" dirty="0"/>
              <a:t>-&gt; </a:t>
            </a:r>
          </a:p>
          <a:p>
            <a:r>
              <a:rPr lang="ko-KR" altLang="en-US" dirty="0"/>
              <a:t>확인 후 </a:t>
            </a:r>
            <a:r>
              <a:rPr lang="en-US" altLang="ko-KR" dirty="0"/>
              <a:t>1</a:t>
            </a:r>
            <a:r>
              <a:rPr lang="ko-KR" altLang="en-US" dirty="0"/>
              <a:t>번 </a:t>
            </a:r>
            <a:r>
              <a:rPr lang="en-US" altLang="ko-KR" dirty="0"/>
              <a:t>GPU </a:t>
            </a:r>
            <a:r>
              <a:rPr lang="ko-KR" altLang="en-US" dirty="0"/>
              <a:t>사용허가 및 할당</a:t>
            </a:r>
          </a:p>
        </p:txBody>
      </p:sp>
    </p:spTree>
    <p:extLst>
      <p:ext uri="{BB962C8B-B14F-4D97-AF65-F5344CB8AC3E}">
        <p14:creationId xmlns:p14="http://schemas.microsoft.com/office/powerpoint/2010/main" val="18266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19FB4-08E5-39E4-AC04-4031340D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80EABE73-818C-CB8F-D6F2-61F48DA14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92076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465ECB-266E-3B4B-78D5-93BC69BE51A3}"/>
              </a:ext>
            </a:extLst>
          </p:cNvPr>
          <p:cNvSpPr txBox="1"/>
          <p:nvPr/>
        </p:nvSpPr>
        <p:spPr>
          <a:xfrm>
            <a:off x="3802772" y="224923"/>
            <a:ext cx="292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파일 실행 방법</a:t>
            </a:r>
          </a:p>
        </p:txBody>
      </p:sp>
      <p:sp>
        <p:nvSpPr>
          <p:cNvPr id="45" name="슬라이드 번호 개체 틀 1">
            <a:extLst>
              <a:ext uri="{FF2B5EF4-FFF2-40B4-BE49-F238E27FC236}">
                <a16:creationId xmlns:a16="http://schemas.microsoft.com/office/drawing/2014/main" id="{1FF2BD1A-AF66-52F8-90D4-0A51F3194F2D}"/>
              </a:ext>
            </a:extLst>
          </p:cNvPr>
          <p:cNvSpPr txBox="1">
            <a:spLocks/>
          </p:cNvSpPr>
          <p:nvPr/>
        </p:nvSpPr>
        <p:spPr>
          <a:xfrm>
            <a:off x="8702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>
                <a:ea typeface="굴림" panose="020B0600000101010101" pitchFamily="50" charset="-127"/>
              </a:rPr>
              <a:pPr algn="r"/>
              <a:t>7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35457-4CBE-B9E3-0C82-19794A38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16" y="1019347"/>
            <a:ext cx="2400029" cy="304540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5D6ABB-B9E7-3688-D153-F9DF64783A8F}"/>
              </a:ext>
            </a:extLst>
          </p:cNvPr>
          <p:cNvSpPr/>
          <p:nvPr/>
        </p:nvSpPr>
        <p:spPr>
          <a:xfrm>
            <a:off x="2351585" y="3477203"/>
            <a:ext cx="614649" cy="21602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D430E-C46B-3D77-1567-5BE2AC4084FD}"/>
              </a:ext>
            </a:extLst>
          </p:cNvPr>
          <p:cNvSpPr txBox="1"/>
          <p:nvPr/>
        </p:nvSpPr>
        <p:spPr>
          <a:xfrm>
            <a:off x="4655841" y="2041822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탐색기에 학습 파일 드래그해서 업로드</a:t>
            </a: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DF112B-9D5D-1224-2B1D-2AD51BBF8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559" y="4302255"/>
            <a:ext cx="4026754" cy="20017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1C2ADE-271B-5D8E-3D22-2DB3E1728643}"/>
              </a:ext>
            </a:extLst>
          </p:cNvPr>
          <p:cNvSpPr txBox="1"/>
          <p:nvPr/>
        </p:nvSpPr>
        <p:spPr>
          <a:xfrm>
            <a:off x="6189688" y="4345688"/>
            <a:ext cx="2760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터미널에서 </a:t>
            </a:r>
            <a:r>
              <a:rPr kumimoji="1" lang="en-US" altLang="ko-KR" dirty="0" err="1"/>
              <a:t>py</a:t>
            </a:r>
            <a:r>
              <a:rPr kumimoji="1" lang="en-US" altLang="ko-KR" dirty="0"/>
              <a:t> </a:t>
            </a:r>
            <a:r>
              <a:rPr kumimoji="1" lang="ko-KR" altLang="en-US" dirty="0"/>
              <a:t>파일 실행</a:t>
            </a:r>
            <a:endParaRPr kumimoji="1" lang="en-US" altLang="ko-KR" dirty="0"/>
          </a:p>
          <a:p>
            <a:r>
              <a:rPr kumimoji="1" lang="ko-KR" altLang="en-US" dirty="0">
                <a:solidFill>
                  <a:srgbClr val="FF0000"/>
                </a:solidFill>
              </a:rPr>
              <a:t>예</a:t>
            </a:r>
            <a:r>
              <a:rPr kumimoji="1" lang="en-US" altLang="ko-KR" dirty="0">
                <a:solidFill>
                  <a:srgbClr val="FF0000"/>
                </a:solidFill>
              </a:rPr>
              <a:t>)</a:t>
            </a:r>
            <a:r>
              <a:rPr kumimoji="1" lang="ko-KR" altLang="en-US" dirty="0">
                <a:solidFill>
                  <a:srgbClr val="FF0000"/>
                </a:solidFill>
              </a:rPr>
              <a:t> </a:t>
            </a:r>
            <a:r>
              <a:rPr kumimoji="1" lang="en-US" altLang="ko-KR" dirty="0">
                <a:solidFill>
                  <a:srgbClr val="FF0000"/>
                </a:solidFill>
              </a:rPr>
              <a:t>$ python </a:t>
            </a:r>
            <a:r>
              <a:rPr kumimoji="1" lang="en-US" altLang="ko-KR" dirty="0" err="1">
                <a:solidFill>
                  <a:srgbClr val="FF0000"/>
                </a:solidFill>
              </a:rPr>
              <a:t>test_ai.py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20A46B-AB7E-D36F-A921-4BE4EE00C162}"/>
              </a:ext>
            </a:extLst>
          </p:cNvPr>
          <p:cNvSpPr/>
          <p:nvPr/>
        </p:nvSpPr>
        <p:spPr>
          <a:xfrm>
            <a:off x="3575720" y="4302254"/>
            <a:ext cx="1512168" cy="20686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521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3A8D-D553-9BFE-6802-89624CBB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952478FA-61D8-3672-9B0D-AB0E9BB51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92076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4527E7-D6AC-1912-057E-3C89D126729A}"/>
              </a:ext>
            </a:extLst>
          </p:cNvPr>
          <p:cNvSpPr txBox="1"/>
          <p:nvPr/>
        </p:nvSpPr>
        <p:spPr>
          <a:xfrm>
            <a:off x="3802772" y="224923"/>
            <a:ext cx="292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FF00"/>
                </a:solidFill>
              </a:rPr>
              <a:t>파일 실행 방법</a:t>
            </a:r>
          </a:p>
        </p:txBody>
      </p:sp>
      <p:sp>
        <p:nvSpPr>
          <p:cNvPr id="45" name="슬라이드 번호 개체 틀 1">
            <a:extLst>
              <a:ext uri="{FF2B5EF4-FFF2-40B4-BE49-F238E27FC236}">
                <a16:creationId xmlns:a16="http://schemas.microsoft.com/office/drawing/2014/main" id="{9D096248-2594-25C6-D03C-57BB8EEF46BE}"/>
              </a:ext>
            </a:extLst>
          </p:cNvPr>
          <p:cNvSpPr txBox="1">
            <a:spLocks/>
          </p:cNvSpPr>
          <p:nvPr/>
        </p:nvSpPr>
        <p:spPr>
          <a:xfrm>
            <a:off x="8702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>
                <a:ea typeface="굴림" panose="020B0600000101010101" pitchFamily="50" charset="-127"/>
              </a:rPr>
              <a:pPr algn="r"/>
              <a:t>8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F94492-5187-45B2-96F4-396B613CC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1221648"/>
            <a:ext cx="3575577" cy="3071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FC3A3-D308-3FA8-D8AB-2F36973AEA0B}"/>
              </a:ext>
            </a:extLst>
          </p:cNvPr>
          <p:cNvSpPr txBox="1"/>
          <p:nvPr/>
        </p:nvSpPr>
        <p:spPr>
          <a:xfrm>
            <a:off x="1775521" y="783089"/>
            <a:ext cx="992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$ </a:t>
            </a:r>
            <a:r>
              <a:rPr kumimoji="1" lang="en-US" altLang="ko-KR" dirty="0" err="1">
                <a:solidFill>
                  <a:srgbClr val="FF0000"/>
                </a:solidFill>
              </a:rPr>
              <a:t>nvtop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6E0D6-CAD7-CB86-FE12-18F8C154F97B}"/>
              </a:ext>
            </a:extLst>
          </p:cNvPr>
          <p:cNvSpPr txBox="1"/>
          <p:nvPr/>
        </p:nvSpPr>
        <p:spPr>
          <a:xfrm>
            <a:off x="5591944" y="3573016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&lt;-</a:t>
            </a:r>
            <a:r>
              <a:rPr kumimoji="1" lang="ko-KR" altLang="en-US" dirty="0">
                <a:solidFill>
                  <a:srgbClr val="FF0000"/>
                </a:solidFill>
              </a:rPr>
              <a:t> </a:t>
            </a:r>
            <a:r>
              <a:rPr kumimoji="1" lang="en-US" altLang="ko-KR" dirty="0">
                <a:solidFill>
                  <a:srgbClr val="FF0000"/>
                </a:solidFill>
              </a:rPr>
              <a:t>GPU </a:t>
            </a:r>
            <a:r>
              <a:rPr kumimoji="1" lang="ko-KR" altLang="en-US" dirty="0">
                <a:solidFill>
                  <a:srgbClr val="FF0000"/>
                </a:solidFill>
              </a:rPr>
              <a:t>부하 이와 같이 올라가면 정상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E53CC-3B43-29F9-47C5-BBC2DBEA870F}"/>
              </a:ext>
            </a:extLst>
          </p:cNvPr>
          <p:cNvSpPr txBox="1"/>
          <p:nvPr/>
        </p:nvSpPr>
        <p:spPr>
          <a:xfrm>
            <a:off x="5591945" y="1842850"/>
            <a:ext cx="3599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* </a:t>
            </a:r>
            <a:r>
              <a:rPr kumimoji="1" lang="en-US" altLang="ko-KR" dirty="0"/>
              <a:t>$</a:t>
            </a:r>
            <a:r>
              <a:rPr kumimoji="1" lang="ko-KR" altLang="en-US" dirty="0"/>
              <a:t> </a:t>
            </a:r>
            <a:r>
              <a:rPr kumimoji="1" lang="en-US" altLang="ko-KR" dirty="0"/>
              <a:t>python </a:t>
            </a:r>
            <a:r>
              <a:rPr kumimoji="1" lang="en-US" altLang="ko-KR" dirty="0" err="1"/>
              <a:t>test_ai.py</a:t>
            </a:r>
            <a:r>
              <a:rPr kumimoji="1" lang="en-US" altLang="ko-KR" dirty="0"/>
              <a:t> </a:t>
            </a:r>
            <a:r>
              <a:rPr kumimoji="1" lang="ko-KR" altLang="en-US" dirty="0"/>
              <a:t>실행 한 뒤 </a:t>
            </a:r>
            <a:endParaRPr kumimoji="1" lang="en-US" altLang="ko-KR" dirty="0"/>
          </a:p>
          <a:p>
            <a:r>
              <a:rPr kumimoji="1" lang="ko-KR" altLang="en-US" dirty="0"/>
              <a:t>  </a:t>
            </a:r>
            <a:r>
              <a:rPr kumimoji="1" lang="en-US" altLang="ko-KR" dirty="0" err="1">
                <a:solidFill>
                  <a:srgbClr val="FF0000"/>
                </a:solidFill>
              </a:rPr>
              <a:t>nvtop</a:t>
            </a:r>
            <a:r>
              <a:rPr kumimoji="1" lang="en-US" altLang="ko-KR" dirty="0"/>
              <a:t> </a:t>
            </a:r>
            <a:r>
              <a:rPr kumimoji="1" lang="ko-KR" altLang="en-US" dirty="0"/>
              <a:t>확인한 모습</a:t>
            </a:r>
          </a:p>
        </p:txBody>
      </p:sp>
    </p:spTree>
    <p:extLst>
      <p:ext uri="{BB962C8B-B14F-4D97-AF65-F5344CB8AC3E}">
        <p14:creationId xmlns:p14="http://schemas.microsoft.com/office/powerpoint/2010/main" val="90424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CE9B-A710-8A78-52F2-385887CC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6799B75D-C9A6-D732-CC2C-A289A7F71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92076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74860-5165-7A37-209D-3E50759AB303}"/>
              </a:ext>
            </a:extLst>
          </p:cNvPr>
          <p:cNvSpPr txBox="1"/>
          <p:nvPr/>
        </p:nvSpPr>
        <p:spPr>
          <a:xfrm>
            <a:off x="3802772" y="224923"/>
            <a:ext cx="292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FF00"/>
                </a:solidFill>
              </a:rPr>
              <a:t> 프로세스 종료 방법</a:t>
            </a:r>
          </a:p>
        </p:txBody>
      </p:sp>
      <p:sp>
        <p:nvSpPr>
          <p:cNvPr id="45" name="슬라이드 번호 개체 틀 1">
            <a:extLst>
              <a:ext uri="{FF2B5EF4-FFF2-40B4-BE49-F238E27FC236}">
                <a16:creationId xmlns:a16="http://schemas.microsoft.com/office/drawing/2014/main" id="{14221431-F30E-5F31-21AB-20C3868F677B}"/>
              </a:ext>
            </a:extLst>
          </p:cNvPr>
          <p:cNvSpPr txBox="1">
            <a:spLocks/>
          </p:cNvSpPr>
          <p:nvPr/>
        </p:nvSpPr>
        <p:spPr>
          <a:xfrm>
            <a:off x="8702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>
                <a:ea typeface="굴림" panose="020B0600000101010101" pitchFamily="50" charset="-127"/>
              </a:rPr>
              <a:pPr algn="r"/>
              <a:t>9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8780E-8CAD-0300-D307-26195F9CDB98}"/>
              </a:ext>
            </a:extLst>
          </p:cNvPr>
          <p:cNvSpPr txBox="1"/>
          <p:nvPr/>
        </p:nvSpPr>
        <p:spPr>
          <a:xfrm>
            <a:off x="1824278" y="1587200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$ </a:t>
            </a:r>
            <a:r>
              <a:rPr kumimoji="1" lang="en-US" altLang="ko-KR" dirty="0" err="1">
                <a:solidFill>
                  <a:srgbClr val="FF0000"/>
                </a:solidFill>
              </a:rPr>
              <a:t>nvidia-smi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DCA7D4-6A97-C631-B5E6-C50E53A3F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04" y="1985433"/>
            <a:ext cx="4151150" cy="245442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BCBEA6D-95CB-AA20-8957-962B6FF584F9}"/>
              </a:ext>
            </a:extLst>
          </p:cNvPr>
          <p:cNvSpPr/>
          <p:nvPr/>
        </p:nvSpPr>
        <p:spPr>
          <a:xfrm>
            <a:off x="2855640" y="4149080"/>
            <a:ext cx="648072" cy="14401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2256C-A6D2-A045-86A8-2067B245EB57}"/>
              </a:ext>
            </a:extLst>
          </p:cNvPr>
          <p:cNvSpPr txBox="1"/>
          <p:nvPr/>
        </p:nvSpPr>
        <p:spPr>
          <a:xfrm>
            <a:off x="1864769" y="106322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프로세스 종료 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F4D1B-058F-F946-C43A-FD9E81891CB8}"/>
              </a:ext>
            </a:extLst>
          </p:cNvPr>
          <p:cNvSpPr txBox="1"/>
          <p:nvPr/>
        </p:nvSpPr>
        <p:spPr>
          <a:xfrm>
            <a:off x="5980843" y="1956533"/>
            <a:ext cx="47836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$</a:t>
            </a:r>
            <a:r>
              <a:rPr kumimoji="1" lang="ko-KR" altLang="en-US" dirty="0">
                <a:solidFill>
                  <a:srgbClr val="FF0000"/>
                </a:solidFill>
              </a:rPr>
              <a:t> </a:t>
            </a:r>
            <a:r>
              <a:rPr kumimoji="1" lang="en-US" altLang="ko-KR" dirty="0" err="1">
                <a:solidFill>
                  <a:srgbClr val="FF0000"/>
                </a:solidFill>
              </a:rPr>
              <a:t>nvidia-smi</a:t>
            </a:r>
            <a:r>
              <a:rPr kumimoji="1" lang="en-US" altLang="ko-KR" dirty="0">
                <a:solidFill>
                  <a:srgbClr val="FF0000"/>
                </a:solidFill>
              </a:rPr>
              <a:t> </a:t>
            </a:r>
            <a:r>
              <a:rPr kumimoji="1" lang="ko-KR" altLang="en-US" dirty="0"/>
              <a:t>에서 실행중인 프로세스의</a:t>
            </a:r>
            <a:endParaRPr kumimoji="1" lang="en-US" altLang="ko-KR" dirty="0"/>
          </a:p>
          <a:p>
            <a:r>
              <a:rPr kumimoji="1" lang="en-US" altLang="ko-KR" dirty="0"/>
              <a:t>PID </a:t>
            </a:r>
            <a:r>
              <a:rPr kumimoji="1" lang="ko-KR" altLang="en-US" dirty="0"/>
              <a:t>확인 후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종료 명령어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b="1" dirty="0"/>
              <a:t>$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kill –9 [PID]</a:t>
            </a:r>
          </a:p>
          <a:p>
            <a:r>
              <a:rPr kumimoji="1" lang="ko-KR" altLang="en-US" dirty="0">
                <a:solidFill>
                  <a:srgbClr val="FF0000"/>
                </a:solidFill>
              </a:rPr>
              <a:t>예</a:t>
            </a:r>
            <a:r>
              <a:rPr kumimoji="1" lang="en-US" altLang="ko-KR" dirty="0">
                <a:solidFill>
                  <a:srgbClr val="FF0000"/>
                </a:solidFill>
              </a:rPr>
              <a:t>)</a:t>
            </a:r>
            <a:r>
              <a:rPr kumimoji="1" lang="ko-KR" altLang="en-US" dirty="0">
                <a:solidFill>
                  <a:srgbClr val="FF0000"/>
                </a:solidFill>
              </a:rPr>
              <a:t> </a:t>
            </a:r>
            <a:r>
              <a:rPr kumimoji="1" lang="en-US" altLang="ko-KR" dirty="0">
                <a:solidFill>
                  <a:srgbClr val="FF0000"/>
                </a:solidFill>
              </a:rPr>
              <a:t>kill -9 1030088</a:t>
            </a:r>
          </a:p>
          <a:p>
            <a:endParaRPr kumimoji="1" lang="en-US" altLang="ko-KR" dirty="0">
              <a:solidFill>
                <a:srgbClr val="FF0000"/>
              </a:solidFill>
            </a:endParaRPr>
          </a:p>
          <a:p>
            <a:r>
              <a:rPr kumimoji="1"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반드시 본인이 실행한 프로세스만 종료할 것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38E1E-627A-A72D-3345-E1DDB1DA6355}"/>
              </a:ext>
            </a:extLst>
          </p:cNvPr>
          <p:cNvSpPr txBox="1"/>
          <p:nvPr/>
        </p:nvSpPr>
        <p:spPr>
          <a:xfrm>
            <a:off x="1864769" y="4992736"/>
            <a:ext cx="5328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연결 종료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$exit</a:t>
            </a:r>
            <a:r>
              <a:rPr kumimoji="1" lang="ko-KR" altLang="en-US" dirty="0"/>
              <a:t> 입력</a:t>
            </a:r>
            <a:r>
              <a:rPr kumimoji="1" lang="en-US" altLang="ko-KR" dirty="0"/>
              <a:t> -&gt;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VSCode</a:t>
            </a:r>
            <a:r>
              <a:rPr kumimoji="1" lang="en-US" altLang="ko-KR" dirty="0"/>
              <a:t> </a:t>
            </a:r>
            <a:r>
              <a:rPr kumimoji="1" lang="ko-KR" altLang="en-US" dirty="0"/>
              <a:t>원격 연결 종료 클릭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파일 삭제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$</a:t>
            </a:r>
            <a:r>
              <a:rPr kumimoji="1" lang="ko-KR" altLang="en-US" dirty="0"/>
              <a:t> </a:t>
            </a:r>
            <a:r>
              <a:rPr kumimoji="1" lang="en-US" altLang="ko-KR" dirty="0"/>
              <a:t>rm –r </a:t>
            </a:r>
            <a:r>
              <a:rPr kumimoji="1" lang="ko-KR" altLang="en-US" dirty="0" err="1">
                <a:solidFill>
                  <a:schemeClr val="accent1"/>
                </a:solidFill>
              </a:rPr>
              <a:t>폴더명</a:t>
            </a:r>
            <a:endParaRPr kumimoji="1" lang="en-US" altLang="ko-KR" dirty="0">
              <a:solidFill>
                <a:schemeClr val="accent1"/>
              </a:solidFill>
            </a:endParaRPr>
          </a:p>
          <a:p>
            <a:r>
              <a:rPr kumimoji="1" lang="en-US" altLang="ko-KR" dirty="0">
                <a:solidFill>
                  <a:schemeClr val="accent1"/>
                </a:solidFill>
              </a:rPr>
              <a:t>	</a:t>
            </a:r>
            <a:r>
              <a:rPr kumimoji="1" lang="ko-KR" altLang="en-US" dirty="0">
                <a:solidFill>
                  <a:schemeClr val="accent1"/>
                </a:solidFill>
              </a:rPr>
              <a:t>    </a:t>
            </a:r>
            <a:r>
              <a:rPr kumimoji="1" lang="en-US" altLang="ko-KR" dirty="0"/>
              <a:t>$</a:t>
            </a:r>
            <a:r>
              <a:rPr kumimoji="1" lang="ko-KR" altLang="en-US" dirty="0"/>
              <a:t> </a:t>
            </a:r>
            <a:r>
              <a:rPr kumimoji="1" lang="en-US" altLang="ko-KR" dirty="0"/>
              <a:t>rm </a:t>
            </a:r>
            <a:r>
              <a:rPr kumimoji="1" lang="ko-KR" altLang="en-US" dirty="0">
                <a:solidFill>
                  <a:schemeClr val="accent1"/>
                </a:solidFill>
              </a:rPr>
              <a:t>파일</a:t>
            </a:r>
            <a:r>
              <a:rPr kumimoji="1" lang="en-US" altLang="ko-KR" dirty="0">
                <a:solidFill>
                  <a:schemeClr val="accent1"/>
                </a:solidFill>
              </a:rPr>
              <a:t>.</a:t>
            </a:r>
            <a:r>
              <a:rPr kumimoji="1" lang="en-US" altLang="ko-KR" dirty="0" err="1">
                <a:solidFill>
                  <a:schemeClr val="accent1"/>
                </a:solidFill>
              </a:rPr>
              <a:t>py</a:t>
            </a:r>
            <a:endParaRPr kumimoji="1"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945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74C8F-AF30-9912-DDBB-3D948B52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주의사항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B4A5AE-B1CF-6BE6-9D59-7146AD40B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가상환경 사용 금지</a:t>
            </a:r>
            <a:r>
              <a:rPr lang="en-US" altLang="ko-KR" sz="2400" dirty="0"/>
              <a:t>( </a:t>
            </a:r>
            <a:r>
              <a:rPr lang="ko-KR" altLang="en-US" sz="2400" dirty="0"/>
              <a:t>학과 전체 용량 중복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(AI</a:t>
            </a:r>
            <a:r>
              <a:rPr lang="ko-KR" altLang="en-US" sz="2400" dirty="0"/>
              <a:t>학습용 프로그램</a:t>
            </a:r>
            <a:r>
              <a:rPr lang="en-US" altLang="ko-KR" sz="2400" dirty="0"/>
              <a:t>)</a:t>
            </a:r>
            <a:r>
              <a:rPr lang="ko-KR" altLang="en-US" sz="2400" dirty="0"/>
              <a:t>과 </a:t>
            </a:r>
            <a:r>
              <a:rPr lang="en-US" altLang="ko-KR" sz="2400" dirty="0"/>
              <a:t>(AI</a:t>
            </a:r>
            <a:r>
              <a:rPr lang="ko-KR" altLang="en-US" sz="2400" dirty="0"/>
              <a:t>예측용 프로그램 또는 추론엔진</a:t>
            </a:r>
            <a:r>
              <a:rPr lang="en-US" altLang="ko-KR" sz="2400" dirty="0"/>
              <a:t>)</a:t>
            </a:r>
            <a:r>
              <a:rPr lang="ko-KR" altLang="en-US" sz="2400" dirty="0"/>
              <a:t> 분리</a:t>
            </a:r>
            <a:endParaRPr lang="en-US" altLang="ko-KR" sz="2400" dirty="0"/>
          </a:p>
          <a:p>
            <a:r>
              <a:rPr lang="en-US" altLang="ko-KR" sz="2400" dirty="0"/>
              <a:t>GPU</a:t>
            </a:r>
            <a:r>
              <a:rPr lang="ko-KR" altLang="en-US" sz="2400" dirty="0"/>
              <a:t>를 독점하도록 프로그래밍 금지</a:t>
            </a:r>
            <a:br>
              <a:rPr lang="en-US" altLang="ko-KR" sz="2400" dirty="0"/>
            </a:br>
            <a:r>
              <a:rPr lang="en-US" altLang="ko-KR" sz="2400" dirty="0"/>
              <a:t>① (AI</a:t>
            </a:r>
            <a:r>
              <a:rPr lang="ko-KR" altLang="en-US" sz="2400" dirty="0"/>
              <a:t>예측용 프로그램에서</a:t>
            </a:r>
            <a:r>
              <a:rPr lang="en-US" altLang="ko-KR" sz="2400" dirty="0"/>
              <a:t>) “</a:t>
            </a:r>
            <a:r>
              <a:rPr lang="ko-KR" altLang="en-US" sz="2400" dirty="0"/>
              <a:t>모델로딩” </a:t>
            </a:r>
            <a:r>
              <a:rPr lang="en-US" altLang="ko-KR" sz="2400" dirty="0"/>
              <a:t>&gt; “AI</a:t>
            </a:r>
            <a:r>
              <a:rPr lang="ko-KR" altLang="en-US" sz="2400" dirty="0"/>
              <a:t>예측” </a:t>
            </a:r>
            <a:r>
              <a:rPr lang="en-US" altLang="ko-KR" sz="2400" dirty="0"/>
              <a:t>&gt; “GPU</a:t>
            </a:r>
            <a:r>
              <a:rPr lang="ko-KR" altLang="en-US" sz="2400" dirty="0"/>
              <a:t>메모리해제” 한다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en-US" altLang="ko-KR" sz="2400" dirty="0"/>
              <a:t>② (</a:t>
            </a:r>
            <a:r>
              <a:rPr lang="ko-KR" altLang="en-US" sz="2400" dirty="0"/>
              <a:t>프로그램에서 필요할 때만</a:t>
            </a:r>
            <a:r>
              <a:rPr lang="en-US" altLang="ko-KR" sz="2400" dirty="0"/>
              <a:t>) “GPU</a:t>
            </a:r>
            <a:r>
              <a:rPr lang="ko-KR" altLang="en-US" sz="2400" dirty="0"/>
              <a:t>할당하고” </a:t>
            </a:r>
            <a:r>
              <a:rPr lang="en-US" altLang="ko-KR" sz="2400" dirty="0"/>
              <a:t>&gt; (</a:t>
            </a:r>
            <a:r>
              <a:rPr lang="ko-KR" altLang="en-US" sz="2400" dirty="0"/>
              <a:t>사용즉시</a:t>
            </a:r>
            <a:r>
              <a:rPr lang="en-US" altLang="ko-KR" sz="2400" dirty="0"/>
              <a:t>) “GPU</a:t>
            </a:r>
            <a:r>
              <a:rPr lang="ko-KR" altLang="en-US" sz="2400" dirty="0"/>
              <a:t>해제하기”</a:t>
            </a:r>
          </a:p>
        </p:txBody>
      </p:sp>
    </p:spTree>
    <p:extLst>
      <p:ext uri="{BB962C8B-B14F-4D97-AF65-F5344CB8AC3E}">
        <p14:creationId xmlns:p14="http://schemas.microsoft.com/office/powerpoint/2010/main" val="373466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713C7-A0A8-63A1-71A5-6D7FC052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</a:t>
            </a:r>
            <a:r>
              <a:rPr lang="ko-KR" altLang="en-US" dirty="0"/>
              <a:t>조교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03B65-132B-FA82-EC81-8A2A36DF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  <a:hlinkClick r:id="rId2"/>
              </a:rPr>
              <a:t>cjh6886@gachon.ac.kr</a:t>
            </a:r>
            <a:r>
              <a:rPr lang="en-US" altLang="ko-KR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/ 010-9893-6886 (</a:t>
            </a:r>
            <a:r>
              <a:rPr lang="ko-KR" altLang="en-US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문자</a:t>
            </a:r>
            <a:r>
              <a:rPr lang="en-US" altLang="ko-KR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 / </a:t>
            </a:r>
            <a:r>
              <a:rPr lang="ko-KR" altLang="en-US" b="1" dirty="0" err="1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전준혁</a:t>
            </a:r>
            <a:endParaRPr lang="en-US" altLang="ko-KR" b="1" dirty="0">
              <a:latin typeface="돋움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261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284</TotalTime>
  <Words>454</Words>
  <Application>Microsoft Office PowerPoint</Application>
  <PresentationFormat>와이드스크린</PresentationFormat>
  <Paragraphs>70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굴림</vt:lpstr>
      <vt:lpstr>돋움</vt:lpstr>
      <vt:lpstr>맑은 고딕</vt:lpstr>
      <vt:lpstr>Arial</vt:lpstr>
      <vt:lpstr>Verdana</vt:lpstr>
      <vt:lpstr>Office 테마</vt:lpstr>
      <vt:lpstr>학교서버</vt:lpstr>
      <vt:lpstr>@로그-text</vt:lpstr>
      <vt:lpstr>@로그-painting</vt:lpstr>
      <vt:lpstr>@접속</vt:lpstr>
      <vt:lpstr>@규칙</vt:lpstr>
      <vt:lpstr>@GPU 할당(우리팀은 1번입니다.)</vt:lpstr>
      <vt:lpstr>PowerPoint 프레젠테이션</vt:lpstr>
      <vt:lpstr>PowerPoint 프레젠테이션</vt:lpstr>
      <vt:lpstr>PowerPoint 프레젠테이션</vt:lpstr>
      <vt:lpstr>@주의사항</vt:lpstr>
      <vt:lpstr>@조교 호출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SANGHYEON KIM</dc:creator>
  <cp:lastModifiedBy>SANGHYEON KIM</cp:lastModifiedBy>
  <cp:revision>112</cp:revision>
  <dcterms:created xsi:type="dcterms:W3CDTF">2026-04-06T17:21:04Z</dcterms:created>
  <dcterms:modified xsi:type="dcterms:W3CDTF">2026-04-08T12:44:01Z</dcterms:modified>
</cp:coreProperties>
</file>