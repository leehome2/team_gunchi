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9" r:id="rId4"/>
    <p:sldId id="258" r:id="rId5"/>
    <p:sldId id="261" r:id="rId6"/>
    <p:sldId id="262" r:id="rId7"/>
    <p:sldId id="272" r:id="rId8"/>
    <p:sldId id="273" r:id="rId9"/>
    <p:sldId id="275" r:id="rId10"/>
    <p:sldId id="271" r:id="rId11"/>
    <p:sldId id="266" r:id="rId12"/>
    <p:sldId id="267" r:id="rId13"/>
    <p:sldId id="268" r:id="rId14"/>
    <p:sldId id="260" r:id="rId15"/>
    <p:sldId id="27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8F313-7FBF-4552-B1A4-55F3A6CCEF39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02A70-92F0-458E-B2C1-014A16CE5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23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02A70-92F0-458E-B2C1-014A16CE50F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488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24AD5-5F46-974D-B160-7D4E2C6E1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C0741C-C976-FD02-7E31-0F6F91DC1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38036-5778-799B-3CB8-187F20E6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87CFF-264B-0305-96E3-3AA7024D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9B760-BDC7-D16C-2024-3F0D333D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8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43321-BCA0-C604-9116-6034A469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A7943-2B4E-5829-7B13-D63A4FB01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58456-0F14-E699-B138-3FE14253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C4AFB-EE09-29DC-86E1-AA1F4725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1931A3-B7FC-B655-8D29-88BCE751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12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2EF89-A916-72E2-CF51-EA17FFE0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84DEE-3E42-B8DE-B499-E2E35F1ED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30AD0-0184-622F-A014-DFF52806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B48A7-DFCB-6CB6-178A-60C2A582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72581E-AA1E-A50D-2DF7-9DF2674D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9BCD3-A0DB-4DC9-3EAC-83761D06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64AB1F-E5A0-8F2C-5062-3F3B8F0DA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2EC7C8-7ED2-F884-E662-D81069E6D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7748C1-DC6E-4661-30C0-156CA8C0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F2047E-4F7D-DF0F-2FDF-F57C9422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081B4E-F561-8376-B282-2A9B4B1B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50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28F0C-5198-2F1C-0AC6-53BADCBA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7AF7CF-8660-CEB5-EEE0-631D57EAD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44849F-4C79-96ED-C3C3-93257C6ED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91C435-0C62-5E89-CF1E-E6AD51DDF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93AD69-ACD4-9405-DC9F-3619EC52F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DE3D0-B950-BBB8-4364-AF1CF7552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20C6D0-0B1E-B32A-FA89-55CACF96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E69DD1-AFD1-D693-96CE-3364FE83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3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F4D4C-EF36-2B95-510E-E4DB0362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81D01B-7D3A-781B-D62B-473B066B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B40B18-9110-A2F9-C33C-2C002C84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09FC7D-3A21-CC90-268A-E0D0B5B4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24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9A92B-109E-A925-A4FE-29C0E38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2E54D8-967B-00BC-5C29-1D3C23E4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79348-49F2-ED5B-300A-414DBDCF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70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773C4-1657-992D-5D11-3C35CFA4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C9686-D41E-5DC5-61FF-38B8425DE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48471C-F62E-DF97-0D23-E607CD39D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020CEB-474D-589E-32E2-6160A3F5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91021F-7BA0-735E-40F6-BEEB7802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CA3664-D12C-83A3-7AED-AEBF6364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77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3FAFF-0608-0548-9E2A-49676B23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54278A-CD71-3BB4-BFBD-51F2F8F0C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71AA17-0F61-1522-F34F-61330029C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C57BE2-6051-A371-4584-EF947EA6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085202-4CDD-DBB3-DD4E-8A2C4402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2BF07A-D4F0-75B7-4274-C0F84DAB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89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435F8-BE07-08A8-6CE9-9955852EB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A78E11-3F8B-7B2A-F073-9C686BF06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B2D30-421F-8F7D-B607-16C5C2C8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6E012-7BE6-6CB4-279F-84445038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F3945-5357-AEE0-D180-5A20643C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69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C7D1CD-CE41-8FCC-402F-E75B9D5A2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11CAE8-AF30-DA32-F96A-723EB6871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E376F-991D-FDAB-70D0-939B28370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97E243-C921-1B21-A300-B675BAA6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64B5A-9A2B-B643-654F-6923AC41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546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FC0DC-EB31-316D-70D4-28F0E17D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A6899B-4C6B-2FDC-667C-A2464399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3888DD-F439-408A-1245-E9ACD7BB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F460F2-0B1A-4819-9F10-847A146B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12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B4E601-9BF0-F82A-BD71-E1FE7BDF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E5234E-777E-EC9E-C99A-89088F60D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7DDAD8-7581-EE2F-2200-9880711887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0D725-D9A5-47CA-AD12-6B55DD3564D1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411B5-2EC3-750F-2662-FDFEE05A2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23EAF-8856-12E4-40EF-96A6A18AC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0EF0D-26AA-4BFC-871D-1E4CF716115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68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459600194430.signin.aws.amazon.com/consol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15.164.48.153:8000/doc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30205-B210-E7AC-F66C-88710ADE9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AWS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08227D-B141-2078-1EC1-3C74ACDA0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(2</a:t>
            </a:r>
            <a:r>
              <a:rPr lang="ko-KR" altLang="en-US" dirty="0" err="1"/>
              <a:t>차가공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622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7BEA3-9BFB-26A9-1491-F1AA27DF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로그</a:t>
            </a:r>
            <a:r>
              <a:rPr lang="en-US" altLang="ko-KR" dirty="0"/>
              <a:t>-text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5D740-C21E-DF99-E1A4-2E95CBA81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학과에서 안내한 </a:t>
            </a:r>
            <a:r>
              <a:rPr lang="en-US" altLang="ko-KR" dirty="0" err="1"/>
              <a:t>aws</a:t>
            </a:r>
            <a:r>
              <a:rPr lang="ko-KR" altLang="en-US" dirty="0"/>
              <a:t>따라 설정 맞추었습니다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IP</a:t>
            </a:r>
            <a:r>
              <a:rPr lang="ko-KR" altLang="en-US" dirty="0"/>
              <a:t>는 지금 고정으로 사용할 수 없어서</a:t>
            </a:r>
            <a:r>
              <a:rPr lang="en-US" altLang="ko-KR" dirty="0"/>
              <a:t>, </a:t>
            </a:r>
            <a:r>
              <a:rPr lang="ko-KR" altLang="en-US" dirty="0"/>
              <a:t>서버를 재시작 할 때 마다</a:t>
            </a:r>
            <a:br>
              <a:rPr lang="en-US" altLang="ko-KR" dirty="0"/>
            </a:br>
            <a:r>
              <a:rPr lang="en-US" altLang="ko-KR" dirty="0"/>
              <a:t>IP</a:t>
            </a:r>
            <a:r>
              <a:rPr lang="ko-KR" altLang="en-US" dirty="0"/>
              <a:t>가 변합니다</a:t>
            </a:r>
            <a:r>
              <a:rPr lang="en-US" altLang="ko-KR" dirty="0"/>
              <a:t>. </a:t>
            </a:r>
            <a:r>
              <a:rPr lang="ko-KR" altLang="en-US" dirty="0"/>
              <a:t>새롭게 </a:t>
            </a:r>
            <a:r>
              <a:rPr lang="en-US" altLang="ko-KR" dirty="0"/>
              <a:t>ssh</a:t>
            </a:r>
            <a:r>
              <a:rPr lang="ko-KR" altLang="en-US" dirty="0"/>
              <a:t>에 등록해서 연결해야 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일단은 서버를 계속 켜두었습니다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관리자 분께서 종료하실 수 있습니다</a:t>
            </a:r>
            <a:r>
              <a:rPr lang="en-US" altLang="ko-K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578216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5027-D91A-0626-F66F-021687FC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A2085-3677-92B7-D42C-07432DAC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로그</a:t>
            </a:r>
            <a:r>
              <a:rPr lang="en-US" altLang="ko-KR" dirty="0"/>
              <a:t>-painting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BF8D448-93B7-E89A-4CA5-8B9C40163342}"/>
              </a:ext>
            </a:extLst>
          </p:cNvPr>
          <p:cNvSpPr/>
          <p:nvPr/>
        </p:nvSpPr>
        <p:spPr>
          <a:xfrm>
            <a:off x="838200" y="1690688"/>
            <a:ext cx="6131312" cy="435327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33C5C02-9DE3-273B-7CBB-9CB56E8263E3}"/>
              </a:ext>
            </a:extLst>
          </p:cNvPr>
          <p:cNvSpPr/>
          <p:nvPr/>
        </p:nvSpPr>
        <p:spPr>
          <a:xfrm>
            <a:off x="1226633" y="2038012"/>
            <a:ext cx="5185317" cy="130735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B512EC4-DE2A-C582-43CB-3D4E1F450B5E}"/>
              </a:ext>
            </a:extLst>
          </p:cNvPr>
          <p:cNvSpPr/>
          <p:nvPr/>
        </p:nvSpPr>
        <p:spPr>
          <a:xfrm>
            <a:off x="5495691" y="377709"/>
            <a:ext cx="1832518" cy="8726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db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6481F-9225-0795-606C-38EBFAFC3C24}"/>
              </a:ext>
            </a:extLst>
          </p:cNvPr>
          <p:cNvSpPr txBox="1"/>
          <p:nvPr/>
        </p:nvSpPr>
        <p:spPr>
          <a:xfrm>
            <a:off x="1331278" y="2207878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backend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BB283FE-D507-82D6-0EAB-D46C37DB0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424" y="729593"/>
            <a:ext cx="3358376" cy="5473888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225601B-00C8-A984-559D-7D573A79493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006791" y="1250369"/>
            <a:ext cx="405159" cy="78764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7EA48A4-7D96-1113-3815-17F754BADC39}"/>
              </a:ext>
            </a:extLst>
          </p:cNvPr>
          <p:cNvSpPr/>
          <p:nvPr/>
        </p:nvSpPr>
        <p:spPr>
          <a:xfrm>
            <a:off x="1226633" y="3902773"/>
            <a:ext cx="5185317" cy="130735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3C7D38-9C50-74F9-E198-5956B5F4D235}"/>
              </a:ext>
            </a:extLst>
          </p:cNvPr>
          <p:cNvSpPr txBox="1"/>
          <p:nvPr/>
        </p:nvSpPr>
        <p:spPr>
          <a:xfrm>
            <a:off x="1331278" y="4044112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Frontend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7F2789-3159-2BB5-BFEB-C0433C737A8B}"/>
              </a:ext>
            </a:extLst>
          </p:cNvPr>
          <p:cNvSpPr txBox="1"/>
          <p:nvPr/>
        </p:nvSpPr>
        <p:spPr>
          <a:xfrm>
            <a:off x="3267697" y="2507023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ysClr val="windowText" lastClr="000000"/>
                </a:solidFill>
              </a:rPr>
              <a:t>Fastapi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E91D6-B221-C538-5F7C-961F3A7CD411}"/>
              </a:ext>
            </a:extLst>
          </p:cNvPr>
          <p:cNvSpPr txBox="1"/>
          <p:nvPr/>
        </p:nvSpPr>
        <p:spPr>
          <a:xfrm>
            <a:off x="3267697" y="4239617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Next.js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78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83EC4-B00F-E177-CADA-B3A6C19A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@AWS </a:t>
            </a:r>
            <a:r>
              <a:rPr lang="ko-KR" altLang="en-US" dirty="0"/>
              <a:t>로그인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875942-E8C0-71C3-A90C-655EAAC9F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계정 접속</a:t>
            </a:r>
            <a:r>
              <a:rPr lang="en-US" altLang="ko-KR" dirty="0"/>
              <a:t>[ </a:t>
            </a:r>
            <a:r>
              <a:rPr lang="en-US" altLang="ko-KR" dirty="0">
                <a:hlinkClick r:id="rId2"/>
              </a:rPr>
              <a:t>https://459600194430.signin.aws.amazon.com/console</a:t>
            </a:r>
            <a:r>
              <a:rPr lang="en-US" altLang="ko-KR" dirty="0"/>
              <a:t> ]</a:t>
            </a:r>
            <a:br>
              <a:rPr lang="en-US" altLang="ko-KR" dirty="0"/>
            </a:br>
            <a:r>
              <a:rPr lang="en-US" altLang="ko-KR" dirty="0"/>
              <a:t>AWS IAM USER [gachon-13]</a:t>
            </a:r>
            <a:br>
              <a:rPr lang="en-US" altLang="ko-KR" dirty="0"/>
            </a:br>
            <a:r>
              <a:rPr lang="en-US" altLang="ko-KR" b="1" dirty="0">
                <a:solidFill>
                  <a:srgbClr val="FF0000"/>
                </a:solidFill>
              </a:rPr>
              <a:t>Password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[</a:t>
            </a:r>
            <a:r>
              <a:rPr lang="en-US" altLang="ko-KR" dirty="0"/>
              <a:t>     </a:t>
            </a:r>
            <a:r>
              <a:rPr lang="en-US" altLang="ko-KR" dirty="0" err="1"/>
              <a:t>Geonchbowl</a:t>
            </a:r>
            <a:r>
              <a:rPr lang="en-US" altLang="ko-KR" dirty="0"/>
              <a:t>^^6     </a:t>
            </a:r>
            <a:r>
              <a:rPr lang="en-US" altLang="ko-KR" b="1" dirty="0">
                <a:solidFill>
                  <a:srgbClr val="FF0000"/>
                </a:solidFill>
              </a:rPr>
              <a:t>]</a:t>
            </a:r>
            <a:br>
              <a:rPr lang="en-US" altLang="ko-KR" dirty="0"/>
            </a:br>
            <a:r>
              <a:rPr lang="en-US" altLang="ko-KR" dirty="0"/>
              <a:t>IAM Role [ SafeRole-gachon-13 ] </a:t>
            </a:r>
            <a:br>
              <a:rPr lang="en-US" altLang="ko-KR" dirty="0"/>
            </a:br>
            <a:r>
              <a:rPr lang="en-US" altLang="ko-KR" dirty="0"/>
              <a:t>Instance Profile [ SafeInstanceProfile-gachon-13 ]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402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B2A47-250D-3838-78A5-78D3615A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인스턴스</a:t>
            </a:r>
            <a:r>
              <a:rPr lang="en-US" altLang="ko-KR" dirty="0"/>
              <a:t>(E2C)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31281-CF96-4759-C506-0C2516504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Name [ gachon-13-instance-server ]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935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84DD8D-F645-6817-2727-83C0694A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서버 연결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744DA8-A9F7-777F-E34B-26F7FF54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VSCODE &gt;&gt; SSH REMOTE &gt;&gt; SSH </a:t>
            </a:r>
            <a:r>
              <a:rPr lang="ko-KR" altLang="en-US" dirty="0"/>
              <a:t>옆의 톱니바퀴 </a:t>
            </a:r>
            <a:r>
              <a:rPr lang="en-US" altLang="ko-KR" dirty="0"/>
              <a:t>&gt;&gt; .CONFIG</a:t>
            </a:r>
            <a:r>
              <a:rPr lang="ko-KR" altLang="en-US" dirty="0"/>
              <a:t> </a:t>
            </a:r>
            <a:r>
              <a:rPr lang="en-US" altLang="ko-KR" dirty="0"/>
              <a:t>&gt;&gt;</a:t>
            </a:r>
          </a:p>
          <a:p>
            <a:pPr marL="0" indent="0">
              <a:buNone/>
            </a:pPr>
            <a:r>
              <a:rPr lang="ko-KR" altLang="en-US" dirty="0"/>
              <a:t>아래 입력 후 연결 </a:t>
            </a:r>
            <a:r>
              <a:rPr lang="en-US" altLang="ko-KR" dirty="0"/>
              <a:t>&gt;&gt;</a:t>
            </a:r>
          </a:p>
          <a:p>
            <a:pPr marL="0" indent="0">
              <a:buNone/>
            </a:pPr>
            <a:r>
              <a:rPr lang="en-US" altLang="ko-KR" dirty="0"/>
              <a:t>(+ 3.35.218.219</a:t>
            </a:r>
            <a:r>
              <a:rPr lang="ko-KR" altLang="en-US" dirty="0"/>
              <a:t>같은 </a:t>
            </a:r>
            <a:r>
              <a:rPr lang="en-US" altLang="ko-KR" dirty="0"/>
              <a:t>IP</a:t>
            </a:r>
            <a:r>
              <a:rPr lang="ko-KR" altLang="en-US" dirty="0"/>
              <a:t>가 지금 고정이 </a:t>
            </a:r>
            <a:r>
              <a:rPr lang="ko-KR" altLang="en-US" dirty="0" err="1"/>
              <a:t>아니여서</a:t>
            </a:r>
            <a:r>
              <a:rPr lang="en-US" altLang="ko-KR" dirty="0"/>
              <a:t>, </a:t>
            </a:r>
            <a:r>
              <a:rPr lang="ko-KR" altLang="en-US" dirty="0"/>
              <a:t>실행하는 순간에만</a:t>
            </a:r>
            <a:br>
              <a:rPr lang="en-US" altLang="ko-KR" dirty="0"/>
            </a:br>
            <a:r>
              <a:rPr lang="ko-KR" altLang="en-US" dirty="0"/>
              <a:t>유효하고 서버를 재시작 할 때 마다 </a:t>
            </a:r>
            <a:r>
              <a:rPr lang="en-US" altLang="ko-KR" dirty="0"/>
              <a:t>IP</a:t>
            </a:r>
            <a:r>
              <a:rPr lang="ko-KR" altLang="en-US" dirty="0"/>
              <a:t>가 바뀝니다</a:t>
            </a:r>
            <a:r>
              <a:rPr lang="en-US" altLang="ko-KR" dirty="0"/>
              <a:t>.)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저의 경우에는 이렇습니다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Host </a:t>
            </a:r>
            <a:r>
              <a:rPr lang="en-US" altLang="ko-KR" dirty="0" err="1">
                <a:solidFill>
                  <a:schemeClr val="bg1"/>
                </a:solidFill>
              </a:rPr>
              <a:t>geonch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    </a:t>
            </a:r>
            <a:r>
              <a:rPr lang="en-US" altLang="ko-KR" dirty="0" err="1">
                <a:solidFill>
                  <a:schemeClr val="bg1"/>
                </a:solidFill>
              </a:rPr>
              <a:t>HostName</a:t>
            </a:r>
            <a:r>
              <a:rPr lang="en-US" altLang="ko-KR" dirty="0">
                <a:solidFill>
                  <a:schemeClr val="bg1"/>
                </a:solidFill>
              </a:rPr>
              <a:t> 15.164.48.153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    User ec2-user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    </a:t>
            </a:r>
            <a:r>
              <a:rPr lang="en-US" altLang="ko-KR" dirty="0" err="1">
                <a:solidFill>
                  <a:schemeClr val="bg1"/>
                </a:solidFill>
              </a:rPr>
              <a:t>IdentityFile</a:t>
            </a:r>
            <a:r>
              <a:rPr lang="en-US" altLang="ko-KR" dirty="0">
                <a:solidFill>
                  <a:schemeClr val="bg1"/>
                </a:solidFill>
              </a:rPr>
              <a:t> "C:\Users\*</a:t>
            </a:r>
            <a:r>
              <a:rPr lang="ko-KR" altLang="en-US" dirty="0">
                <a:solidFill>
                  <a:schemeClr val="bg1"/>
                </a:solidFill>
              </a:rPr>
              <a:t>대신 사용자명</a:t>
            </a:r>
            <a:r>
              <a:rPr lang="en-US" altLang="ko-KR" dirty="0">
                <a:solidFill>
                  <a:schemeClr val="bg1"/>
                </a:solidFill>
              </a:rPr>
              <a:t>\13-key-geonch.pem"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57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BAC9E-18AA-8D07-327B-2C37F158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@ssh</a:t>
            </a:r>
            <a:r>
              <a:rPr lang="ko-KR" altLang="en-US" dirty="0"/>
              <a:t>접속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381DB-9723-EDDF-04D9-A2714B527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2000" dirty="0"/>
              <a:t>팀원 분들도 접속하실 때 방법 </a:t>
            </a:r>
            <a:r>
              <a:rPr lang="ko-KR" altLang="en-US" sz="2000" dirty="0" err="1"/>
              <a:t>안내드립니다</a:t>
            </a:r>
            <a:r>
              <a:rPr lang="en-US" altLang="ko-KR" sz="2000" dirty="0"/>
              <a:t>. </a:t>
            </a:r>
            <a:r>
              <a:rPr lang="ko-KR" altLang="en-US" sz="2000" dirty="0"/>
              <a:t>수동 </a:t>
            </a:r>
            <a:r>
              <a:rPr lang="en-US" altLang="ko-KR" sz="2000" dirty="0"/>
              <a:t>SSH(</a:t>
            </a:r>
            <a:r>
              <a:rPr lang="en-US" altLang="ko-KR" sz="2000" dirty="0" err="1"/>
              <a:t>authorized_keys</a:t>
            </a:r>
            <a:r>
              <a:rPr lang="en-US" altLang="ko-KR" sz="2000" dirty="0"/>
              <a:t>)</a:t>
            </a:r>
            <a:r>
              <a:rPr lang="ko-KR" altLang="en-US" sz="2000" dirty="0"/>
              <a:t>입니다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키 생성 </a:t>
            </a:r>
            <a:r>
              <a:rPr lang="en-US" altLang="ko-KR" sz="2000" dirty="0"/>
              <a:t>(</a:t>
            </a:r>
            <a:r>
              <a:rPr lang="ko-KR" altLang="en-US" sz="2000" dirty="0"/>
              <a:t>터미널</a:t>
            </a:r>
            <a:r>
              <a:rPr lang="en-US" altLang="ko-KR" sz="2000" dirty="0"/>
              <a:t>/PowerShell </a:t>
            </a:r>
            <a:r>
              <a:rPr lang="ko-KR" altLang="en-US" sz="2000" dirty="0"/>
              <a:t>실행</a:t>
            </a:r>
            <a:r>
              <a:rPr lang="en-US" altLang="ko-KR" sz="2000" dirty="0"/>
              <a:t>): ssh-keygen -t </a:t>
            </a:r>
            <a:r>
              <a:rPr lang="en-US" altLang="ko-KR" sz="2000" dirty="0" err="1"/>
              <a:t>rsa</a:t>
            </a:r>
            <a:r>
              <a:rPr lang="en-US" altLang="ko-KR" sz="2000" dirty="0"/>
              <a:t> -b 4096 -f ~/.ssh/</a:t>
            </a:r>
            <a:r>
              <a:rPr lang="en-US" altLang="ko-KR" sz="2000" dirty="0" err="1"/>
              <a:t>geonch_key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(*</a:t>
            </a:r>
            <a:r>
              <a:rPr lang="ko-KR" altLang="en-US" sz="2000" dirty="0"/>
              <a:t>비밀번호는 </a:t>
            </a:r>
            <a:r>
              <a:rPr lang="ko-KR" altLang="en-US" sz="2000" dirty="0" err="1"/>
              <a:t>엔터키</a:t>
            </a:r>
            <a:r>
              <a:rPr lang="ko-KR" altLang="en-US" sz="2000" dirty="0"/>
              <a:t> 치시면 넘어갑니다</a:t>
            </a:r>
            <a:r>
              <a:rPr lang="en-US" altLang="ko-KR" sz="2000" dirty="0"/>
              <a:t>.)</a:t>
            </a:r>
          </a:p>
          <a:p>
            <a:pPr marL="0" indent="0">
              <a:buNone/>
            </a:pPr>
            <a:r>
              <a:rPr lang="en-US" altLang="ko-KR" sz="2000" dirty="0"/>
              <a:t>=================================================</a:t>
            </a:r>
          </a:p>
          <a:p>
            <a:pPr marL="0" indent="0">
              <a:buNone/>
            </a:pPr>
            <a:r>
              <a:rPr lang="ko-KR" altLang="en-US" sz="2000" dirty="0"/>
              <a:t>공개키 확인</a:t>
            </a:r>
            <a:r>
              <a:rPr lang="en-US" altLang="ko-KR" sz="2000" dirty="0"/>
              <a:t>: cat ~/.ssh/geonch_key.pub (</a:t>
            </a:r>
            <a:r>
              <a:rPr lang="ko-KR" altLang="en-US" sz="2000" dirty="0"/>
              <a:t>맥</a:t>
            </a:r>
            <a:r>
              <a:rPr lang="en-US" altLang="ko-KR" sz="2000" dirty="0"/>
              <a:t>/</a:t>
            </a:r>
            <a:r>
              <a:rPr lang="ko-KR" altLang="en-US" sz="2000" dirty="0"/>
              <a:t>리눅스</a:t>
            </a:r>
            <a:r>
              <a:rPr lang="en-US" altLang="ko-KR" sz="2000" dirty="0"/>
              <a:t>) </a:t>
            </a:r>
            <a:r>
              <a:rPr lang="ko-KR" altLang="en-US" sz="2000" dirty="0"/>
              <a:t>또는</a:t>
            </a:r>
            <a:r>
              <a:rPr lang="en-US" altLang="ko-KR" sz="2000" dirty="0"/>
              <a:t>type %USERPROFILE%\.ssh\geonch_key.pub (</a:t>
            </a:r>
            <a:r>
              <a:rPr lang="ko-KR" altLang="en-US" sz="2000" dirty="0"/>
              <a:t>윈도우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=================================================</a:t>
            </a:r>
          </a:p>
          <a:p>
            <a:pPr marL="0" indent="0">
              <a:buNone/>
            </a:pPr>
            <a:r>
              <a:rPr lang="en-US" altLang="ko-KR" sz="2000" dirty="0"/>
              <a:t>ssh-</a:t>
            </a:r>
            <a:r>
              <a:rPr lang="en-US" altLang="ko-KR" sz="2000" dirty="0" err="1"/>
              <a:t>rsa</a:t>
            </a:r>
            <a:r>
              <a:rPr lang="en-US" altLang="ko-KR" sz="2000" dirty="0"/>
              <a:t> AAAAB3Nza...  </a:t>
            </a:r>
            <a:r>
              <a:rPr lang="ko-KR" altLang="en-US" sz="2000" dirty="0"/>
              <a:t>보내주시면 될 것 같습니다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공개키가 필요합니다</a:t>
            </a:r>
            <a:r>
              <a:rPr lang="en-US" altLang="ko-KR" sz="2000" dirty="0"/>
              <a:t>.(.pub)</a:t>
            </a:r>
          </a:p>
          <a:p>
            <a:pPr marL="0" indent="0">
              <a:buNone/>
            </a:pPr>
            <a:r>
              <a:rPr lang="en-US" altLang="ko-KR" sz="2000" dirty="0"/>
              <a:t>=================================================</a:t>
            </a:r>
          </a:p>
          <a:p>
            <a:pPr marL="0" indent="0">
              <a:buNone/>
            </a:pPr>
            <a:r>
              <a:rPr lang="ko-KR" altLang="en-US" sz="2000" dirty="0"/>
              <a:t>처리가 끝나면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ssh</a:t>
            </a:r>
            <a:r>
              <a:rPr lang="ko-KR" altLang="en-US" sz="2000" dirty="0"/>
              <a:t> -</a:t>
            </a:r>
            <a:r>
              <a:rPr lang="ko-KR" altLang="en-US" sz="2000" dirty="0" err="1"/>
              <a:t>i</a:t>
            </a:r>
            <a:r>
              <a:rPr lang="ko-KR" altLang="en-US" sz="2000" dirty="0"/>
              <a:t> ~/.</a:t>
            </a:r>
            <a:r>
              <a:rPr lang="ko-KR" altLang="en-US" sz="2000" dirty="0" err="1"/>
              <a:t>ssh</a:t>
            </a:r>
            <a:r>
              <a:rPr lang="ko-KR" altLang="en-US" sz="2000" dirty="0"/>
              <a:t>/</a:t>
            </a:r>
            <a:r>
              <a:rPr lang="en-US" altLang="ko-KR" sz="2000" dirty="0" err="1"/>
              <a:t>geonch</a:t>
            </a:r>
            <a:r>
              <a:rPr lang="ko-KR" altLang="en-US" sz="2000" dirty="0"/>
              <a:t>_</a:t>
            </a:r>
            <a:r>
              <a:rPr lang="ko-KR" altLang="en-US" sz="2000" dirty="0" err="1"/>
              <a:t>key</a:t>
            </a:r>
            <a:r>
              <a:rPr lang="ko-KR" altLang="en-US" sz="2000" dirty="0"/>
              <a:t> ec2-user@[서버-퍼블릭-IP]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다음 과 같은 </a:t>
            </a:r>
            <a:r>
              <a:rPr lang="en-US" altLang="ko-KR" sz="2000" dirty="0"/>
              <a:t>ssh-config </a:t>
            </a:r>
            <a:r>
              <a:rPr lang="ko-KR" altLang="en-US" sz="2000" dirty="0"/>
              <a:t>설정 해주시면 될 것 같습니다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16061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58AB-41B6-6BAE-874F-53F27EEF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B8118-8DF8-1DD5-1B20-160CE9C85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@ssh</a:t>
            </a:r>
            <a:r>
              <a:rPr lang="ko-KR" altLang="en-US" dirty="0"/>
              <a:t>접속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A8473-2D96-79EC-2E91-E6BAF31A328A}"/>
              </a:ext>
            </a:extLst>
          </p:cNvPr>
          <p:cNvSpPr txBox="1"/>
          <p:nvPr/>
        </p:nvSpPr>
        <p:spPr>
          <a:xfrm>
            <a:off x="838200" y="1690688"/>
            <a:ext cx="68106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VS </a:t>
            </a:r>
            <a:r>
              <a:rPr lang="ko-KR" altLang="en-US" dirty="0" err="1"/>
              <a:t>Code</a:t>
            </a:r>
            <a:r>
              <a:rPr lang="ko-KR" altLang="en-US" dirty="0"/>
              <a:t> </a:t>
            </a:r>
            <a:r>
              <a:rPr lang="ko-KR" altLang="en-US" dirty="0" err="1"/>
              <a:t>Remote</a:t>
            </a:r>
            <a:r>
              <a:rPr lang="ko-KR" altLang="en-US" dirty="0"/>
              <a:t> - SSH 설정 시</a:t>
            </a:r>
          </a:p>
          <a:p>
            <a:endParaRPr lang="en-US" altLang="ko-KR" dirty="0"/>
          </a:p>
          <a:p>
            <a:r>
              <a:rPr lang="ko-KR" altLang="en-US" dirty="0"/>
              <a:t>Host </a:t>
            </a:r>
            <a:r>
              <a:rPr lang="en-US" altLang="ko-KR" dirty="0" err="1"/>
              <a:t>geonch</a:t>
            </a:r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HostName</a:t>
            </a:r>
            <a:r>
              <a:rPr lang="ko-KR" altLang="en-US" dirty="0"/>
              <a:t> [서버-퍼블릭-IP]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User</a:t>
            </a:r>
            <a:r>
              <a:rPr lang="ko-KR" altLang="en-US" dirty="0"/>
              <a:t> ec2-user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IdentityFile</a:t>
            </a:r>
            <a:r>
              <a:rPr lang="ko-KR" altLang="en-US" dirty="0"/>
              <a:t> ~/.</a:t>
            </a:r>
            <a:r>
              <a:rPr lang="ko-KR" altLang="en-US" dirty="0" err="1"/>
              <a:t>ssh</a:t>
            </a:r>
            <a:r>
              <a:rPr lang="ko-KR" altLang="en-US" dirty="0"/>
              <a:t>/</a:t>
            </a:r>
            <a:r>
              <a:rPr lang="en-US" altLang="ko-KR" dirty="0" err="1"/>
              <a:t>geonch</a:t>
            </a:r>
            <a:r>
              <a:rPr lang="ko-KR" altLang="en-US" dirty="0"/>
              <a:t>_</a:t>
            </a:r>
            <a:r>
              <a:rPr lang="ko-KR" altLang="en-US" dirty="0" err="1"/>
              <a:t>key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68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97C49-D4DE-2866-E4D3-123C8F1F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35565-A2EC-3A94-63FC-A04B4EA9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@ssh</a:t>
            </a:r>
            <a:r>
              <a:rPr lang="ko-KR" altLang="en-US" dirty="0"/>
              <a:t>접속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CF14E-39E9-AF14-5ACB-359336E49BF3}"/>
              </a:ext>
            </a:extLst>
          </p:cNvPr>
          <p:cNvSpPr txBox="1"/>
          <p:nvPr/>
        </p:nvSpPr>
        <p:spPr>
          <a:xfrm>
            <a:off x="838200" y="1690688"/>
            <a:ext cx="68106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VS </a:t>
            </a:r>
            <a:r>
              <a:rPr lang="ko-KR" altLang="en-US" dirty="0" err="1"/>
              <a:t>Code</a:t>
            </a:r>
            <a:r>
              <a:rPr lang="ko-KR" altLang="en-US" dirty="0"/>
              <a:t> </a:t>
            </a:r>
            <a:r>
              <a:rPr lang="ko-KR" altLang="en-US" dirty="0" err="1"/>
              <a:t>Remote</a:t>
            </a:r>
            <a:r>
              <a:rPr lang="ko-KR" altLang="en-US" dirty="0"/>
              <a:t> - SSH 설정 시</a:t>
            </a:r>
          </a:p>
          <a:p>
            <a:endParaRPr lang="en-US" altLang="ko-KR" dirty="0"/>
          </a:p>
          <a:p>
            <a:r>
              <a:rPr lang="ko-KR" altLang="en-US" dirty="0"/>
              <a:t>Host </a:t>
            </a:r>
            <a:r>
              <a:rPr lang="en-US" altLang="ko-KR" dirty="0" err="1"/>
              <a:t>geonch</a:t>
            </a:r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HostName</a:t>
            </a:r>
            <a:r>
              <a:rPr lang="ko-KR" altLang="en-US" dirty="0"/>
              <a:t> [서버-퍼블릭-IP]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User</a:t>
            </a:r>
            <a:r>
              <a:rPr lang="ko-KR" altLang="en-US" dirty="0"/>
              <a:t> ec2-user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IdentityFile</a:t>
            </a:r>
            <a:r>
              <a:rPr lang="ko-KR" altLang="en-US" dirty="0"/>
              <a:t> ~/.</a:t>
            </a:r>
            <a:r>
              <a:rPr lang="ko-KR" altLang="en-US" dirty="0" err="1"/>
              <a:t>ssh</a:t>
            </a:r>
            <a:r>
              <a:rPr lang="ko-KR" altLang="en-US" dirty="0"/>
              <a:t>/</a:t>
            </a:r>
            <a:r>
              <a:rPr lang="en-US" altLang="ko-KR" dirty="0" err="1"/>
              <a:t>geonch</a:t>
            </a:r>
            <a:r>
              <a:rPr lang="ko-KR" altLang="en-US" dirty="0"/>
              <a:t>_</a:t>
            </a:r>
            <a:r>
              <a:rPr lang="ko-KR" altLang="en-US" dirty="0" err="1"/>
              <a:t>key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3F02E-C119-984C-2599-89879985E0B0}"/>
              </a:ext>
            </a:extLst>
          </p:cNvPr>
          <p:cNvSpPr txBox="1"/>
          <p:nvPr/>
        </p:nvSpPr>
        <p:spPr>
          <a:xfrm>
            <a:off x="838200" y="3638435"/>
            <a:ext cx="68106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저는 공개키를 등록하겠습니다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Bash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nano ~/.ssh/</a:t>
            </a:r>
            <a:r>
              <a:rPr lang="en-US" altLang="ko-KR" dirty="0" err="1">
                <a:solidFill>
                  <a:schemeClr val="bg1"/>
                </a:solidFill>
              </a:rPr>
              <a:t>authorized_keys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Ctrl + O (</a:t>
            </a:r>
            <a:r>
              <a:rPr lang="ko-KR" altLang="en-US" dirty="0">
                <a:solidFill>
                  <a:schemeClr val="bg1"/>
                </a:solidFill>
              </a:rPr>
              <a:t>저장</a:t>
            </a:r>
            <a:r>
              <a:rPr lang="en-US" altLang="ko-KR" dirty="0">
                <a:solidFill>
                  <a:schemeClr val="bg1"/>
                </a:solidFill>
              </a:rPr>
              <a:t>) → Enter → Ctrl + X</a:t>
            </a:r>
          </a:p>
        </p:txBody>
      </p:sp>
    </p:spTree>
    <p:extLst>
      <p:ext uri="{BB962C8B-B14F-4D97-AF65-F5344CB8AC3E}">
        <p14:creationId xmlns:p14="http://schemas.microsoft.com/office/powerpoint/2010/main" val="70828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3617-1B6C-A645-0C81-E4BF821F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BE5A3F-CAB8-45F5-5D12-DBBDB48A9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9680" y="558450"/>
            <a:ext cx="10784120" cy="5741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F4E1D3-EB48-03B2-0AAF-C4426B98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파일 위치</a:t>
            </a:r>
          </a:p>
        </p:txBody>
      </p:sp>
    </p:spTree>
    <p:extLst>
      <p:ext uri="{BB962C8B-B14F-4D97-AF65-F5344CB8AC3E}">
        <p14:creationId xmlns:p14="http://schemas.microsoft.com/office/powerpoint/2010/main" val="2817551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31491-7717-3FA8-441B-0A591146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서버 설정</a:t>
            </a:r>
            <a:r>
              <a:rPr lang="en-US" altLang="ko-KR" dirty="0"/>
              <a:t>2-</a:t>
            </a:r>
            <a:r>
              <a:rPr lang="ko-KR" altLang="en-US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A37FEE-7627-E939-26E5-ABE0312A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python3 -m </a:t>
            </a:r>
            <a:r>
              <a:rPr lang="en-US" altLang="ko-KR" dirty="0" err="1"/>
              <a:t>venv</a:t>
            </a:r>
            <a:r>
              <a:rPr lang="en-US" altLang="ko-KR" dirty="0"/>
              <a:t> </a:t>
            </a:r>
            <a:r>
              <a:rPr lang="en-US" altLang="ko-KR" dirty="0" err="1"/>
              <a:t>venv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source </a:t>
            </a:r>
            <a:r>
              <a:rPr lang="en-US" altLang="ko-KR" dirty="0" err="1"/>
              <a:t>venv</a:t>
            </a:r>
            <a:r>
              <a:rPr lang="en-US" altLang="ko-KR" dirty="0"/>
              <a:t>/bin/activate &lt;=&gt; deactivate</a:t>
            </a:r>
          </a:p>
          <a:p>
            <a:pPr marL="0" indent="0">
              <a:buNone/>
            </a:pPr>
            <a:r>
              <a:rPr lang="en-US" altLang="ko-KR" dirty="0"/>
              <a:t>pip install </a:t>
            </a:r>
            <a:r>
              <a:rPr lang="en-US" altLang="ko-KR" dirty="0" err="1"/>
              <a:t>fastapi</a:t>
            </a:r>
            <a:r>
              <a:rPr lang="en-US" altLang="ko-KR" dirty="0"/>
              <a:t> </a:t>
            </a:r>
            <a:r>
              <a:rPr lang="en-US" altLang="ko-KR" dirty="0" err="1"/>
              <a:t>uvicorn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uvicorn</a:t>
            </a:r>
            <a:r>
              <a:rPr lang="en-US" altLang="ko-KR" dirty="0"/>
              <a:t> </a:t>
            </a:r>
            <a:r>
              <a:rPr lang="en-US" altLang="ko-KR" dirty="0" err="1"/>
              <a:t>main:app</a:t>
            </a:r>
            <a:r>
              <a:rPr lang="en-US" altLang="ko-KR" dirty="0"/>
              <a:t> --reload --host 0.0.0.0 --port 8000</a:t>
            </a:r>
          </a:p>
          <a:p>
            <a:pPr marL="0" indent="0">
              <a:buNone/>
            </a:pPr>
            <a:r>
              <a:rPr lang="en-US" altLang="ko-KR" dirty="0"/>
              <a:t>http://15.164.48.153:8000</a:t>
            </a:r>
          </a:p>
          <a:p>
            <a:pPr marL="0" indent="0">
              <a:buNone/>
            </a:pPr>
            <a:r>
              <a:rPr lang="en-US" altLang="ko-KR" dirty="0">
                <a:hlinkClick r:id="rId2"/>
              </a:rPr>
              <a:t>http://15.164.48.153:8000/docs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pip install </a:t>
            </a:r>
            <a:r>
              <a:rPr lang="en-US" altLang="ko-KR" dirty="0" err="1"/>
              <a:t>sqlalchemy</a:t>
            </a:r>
            <a:r>
              <a:rPr lang="en-US" altLang="ko-KR" dirty="0"/>
              <a:t> psycopg2-binary</a:t>
            </a:r>
          </a:p>
          <a:p>
            <a:pPr marL="0" indent="0">
              <a:buNone/>
            </a:pPr>
            <a:r>
              <a:rPr lang="en-US" altLang="ko-KR" dirty="0"/>
              <a:t>http://15.164.48.153:8000/db-test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00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87318-5D7D-7BB7-A4FE-E0723D204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B2AC7-BEEC-33C0-69DE-36709791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서버 설정</a:t>
            </a:r>
            <a:r>
              <a:rPr lang="en-US" altLang="ko-KR" dirty="0"/>
              <a:t>2-</a:t>
            </a:r>
            <a:r>
              <a:rPr lang="ko-KR" altLang="en-US" dirty="0"/>
              <a:t>클라이언트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C4BD6-BC1E-BBD6-9258-AFB39AA9D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ko-KR" sz="2000" dirty="0"/>
              <a:t>curl -o- https://raw.githubusercontent.com/nvm-sh/nvm/v0.39.7/install.sh | bash</a:t>
            </a:r>
          </a:p>
          <a:p>
            <a:pPr marL="0" indent="0">
              <a:buNone/>
            </a:pPr>
            <a:r>
              <a:rPr lang="en-US" altLang="ko-KR" sz="2000" dirty="0"/>
              <a:t>source ~/.</a:t>
            </a:r>
            <a:r>
              <a:rPr lang="en-US" altLang="ko-KR" sz="2000" dirty="0" err="1"/>
              <a:t>bashrc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 err="1"/>
              <a:t>nvm</a:t>
            </a:r>
            <a:r>
              <a:rPr lang="en-US" altLang="ko-KR" sz="2000" dirty="0"/>
              <a:t> install 20</a:t>
            </a:r>
          </a:p>
          <a:p>
            <a:pPr marL="0" indent="0">
              <a:buNone/>
            </a:pPr>
            <a:r>
              <a:rPr lang="nl-NL" altLang="ko-KR" sz="2000" dirty="0"/>
              <a:t>node -v npm -v npx –v</a:t>
            </a:r>
          </a:p>
          <a:p>
            <a:pPr marL="0" indent="0">
              <a:buNone/>
            </a:pPr>
            <a:endParaRPr lang="nl-NL" altLang="ko-KR" sz="2000" dirty="0"/>
          </a:p>
          <a:p>
            <a:pPr marL="0" indent="0">
              <a:buNone/>
            </a:pPr>
            <a:r>
              <a:rPr lang="fr-FR" altLang="ko-KR" sz="2000" dirty="0" err="1"/>
              <a:t>npx</a:t>
            </a:r>
            <a:r>
              <a:rPr lang="fr-FR" altLang="ko-KR" sz="2000" dirty="0"/>
              <a:t> </a:t>
            </a:r>
            <a:r>
              <a:rPr lang="fr-FR" altLang="ko-KR" sz="2000" dirty="0" err="1"/>
              <a:t>create-next-app@latest</a:t>
            </a:r>
            <a:r>
              <a:rPr lang="fr-FR" altLang="ko-KR" sz="2000" dirty="0"/>
              <a:t> 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23865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2DE4D-67F3-E423-4539-4C3BFCF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A72D-F5A9-2325-10E7-7E6BCCF7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서버 설정</a:t>
            </a:r>
            <a:r>
              <a:rPr lang="en-US" altLang="ko-KR" dirty="0"/>
              <a:t>2-</a:t>
            </a:r>
            <a:r>
              <a:rPr lang="ko-KR" altLang="en-US" dirty="0"/>
              <a:t>공통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650459-3BBB-5107-536F-C1CCCA422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 err="1"/>
              <a:t>mkdir</a:t>
            </a:r>
            <a:r>
              <a:rPr lang="en-US" altLang="ko-KR" dirty="0"/>
              <a:t> frontend backend</a:t>
            </a:r>
          </a:p>
        </p:txBody>
      </p:sp>
    </p:spTree>
    <p:extLst>
      <p:ext uri="{BB962C8B-B14F-4D97-AF65-F5344CB8AC3E}">
        <p14:creationId xmlns:p14="http://schemas.microsoft.com/office/powerpoint/2010/main" val="68057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E5C53-774C-455D-983E-31084708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@DB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542FFA-D39B-C48B-E441-E3D825F69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식별자 </a:t>
            </a:r>
            <a:r>
              <a:rPr lang="en-US" altLang="ko-KR" dirty="0"/>
              <a:t>gachon-30-db</a:t>
            </a:r>
          </a:p>
          <a:p>
            <a:pPr marL="0" indent="0">
              <a:buNone/>
            </a:pPr>
            <a:r>
              <a:rPr lang="en-US" altLang="ko-KR" dirty="0"/>
              <a:t>name: </a:t>
            </a:r>
            <a:r>
              <a:rPr lang="en-US" altLang="ko-KR" dirty="0" err="1"/>
              <a:t>masterusername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password: </a:t>
            </a:r>
            <a:r>
              <a:rPr lang="en-US" altLang="ko-KR" dirty="0" err="1"/>
              <a:t>inbody</a:t>
            </a:r>
            <a:r>
              <a:rPr lang="en-US" altLang="ko-KR" dirty="0"/>
              <a:t>&amp;&amp;7</a:t>
            </a:r>
          </a:p>
          <a:p>
            <a:pPr marL="0" indent="0">
              <a:buNone/>
            </a:pPr>
            <a:r>
              <a:rPr lang="en-US" altLang="ko-KR" dirty="0" err="1"/>
              <a:t>databasename</a:t>
            </a:r>
            <a:r>
              <a:rPr lang="en-US" altLang="ko-KR" dirty="0"/>
              <a:t>: </a:t>
            </a:r>
            <a:r>
              <a:rPr lang="en-US" altLang="ko-KR" dirty="0" err="1"/>
              <a:t>postgres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port: 5432</a:t>
            </a:r>
          </a:p>
          <a:p>
            <a:pPr marL="0" indent="0">
              <a:buNone/>
            </a:pPr>
            <a:r>
              <a:rPr lang="en-US" altLang="ko-KR" dirty="0"/>
              <a:t>endpoint: gachon-13-db.cjysow2c4blk.ap-northeast-2.rds.amazonaws.com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D1843-1C43-34BF-B74A-B730BCD5C492}"/>
              </a:ext>
            </a:extLst>
          </p:cNvPr>
          <p:cNvSpPr txBox="1"/>
          <p:nvPr/>
        </p:nvSpPr>
        <p:spPr>
          <a:xfrm>
            <a:off x="838200" y="5452946"/>
            <a:ext cx="96764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altLang="ko-KR" sz="1000" dirty="0"/>
              <a:t>SQLALCHEMY_DATABASE_URL = "postgresql://masterusername:inbody&amp;&amp;7@gachon-13-db.cjysow2c4blk.ap-northeast-2.rds.amazonaws.com:5432/postgres"</a:t>
            </a:r>
          </a:p>
        </p:txBody>
      </p:sp>
    </p:spTree>
    <p:extLst>
      <p:ext uri="{BB962C8B-B14F-4D97-AF65-F5344CB8AC3E}">
        <p14:creationId xmlns:p14="http://schemas.microsoft.com/office/powerpoint/2010/main" val="1281932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713C7-A0A8-63A1-71A5-6D7FC052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03B65-132B-FA82-EC81-8A2A36DF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하시다가 좋은 방법 있으면 알려주시면 감사하겠습니다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공개키 천천히 알려주시면 될 것 같습니다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261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263</TotalTime>
  <Words>593</Words>
  <Application>Microsoft Office PowerPoint</Application>
  <PresentationFormat>와이드스크린</PresentationFormat>
  <Paragraphs>84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맑은 고딕</vt:lpstr>
      <vt:lpstr>Arial</vt:lpstr>
      <vt:lpstr>Office 테마</vt:lpstr>
      <vt:lpstr>AWS</vt:lpstr>
      <vt:lpstr>@로그-text</vt:lpstr>
      <vt:lpstr>@로그-painting</vt:lpstr>
      <vt:lpstr>@AWS 로그인</vt:lpstr>
      <vt:lpstr>@인스턴스(E2C)</vt:lpstr>
      <vt:lpstr>@서버 연결</vt:lpstr>
      <vt:lpstr>@ssh접속</vt:lpstr>
      <vt:lpstr>@ssh접속</vt:lpstr>
      <vt:lpstr>@ssh접속2</vt:lpstr>
      <vt:lpstr>@파일 위치</vt:lpstr>
      <vt:lpstr>@서버 설정2-서버</vt:lpstr>
      <vt:lpstr>@서버 설정2-클라이언트</vt:lpstr>
      <vt:lpstr>@서버 설정2-공통</vt:lpstr>
      <vt:lpstr>@DB</vt:lpstr>
      <vt:lpstr>@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SANGHYEON KIM</dc:creator>
  <cp:lastModifiedBy>SANGHYEON KIM</cp:lastModifiedBy>
  <cp:revision>95</cp:revision>
  <dcterms:created xsi:type="dcterms:W3CDTF">2026-04-06T17:21:04Z</dcterms:created>
  <dcterms:modified xsi:type="dcterms:W3CDTF">2026-04-08T10:56:21Z</dcterms:modified>
</cp:coreProperties>
</file>